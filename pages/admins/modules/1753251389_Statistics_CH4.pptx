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4.xml" ContentType="application/inkml+xml"/>
  <Override PartName="/ppt/notesSlides/notesSlide4.xml" ContentType="application/vnd.openxmlformats-officedocument.presentationml.notesSlide+xml"/>
  <Override PartName="/ppt/ink/ink15.xml" ContentType="application/inkml+xml"/>
  <Override PartName="/ppt/ink/ink16.xml" ContentType="application/inkml+xml"/>
  <Override PartName="/ppt/notesSlides/notesSlide5.xml" ContentType="application/vnd.openxmlformats-officedocument.presentationml.notesSlide+xml"/>
  <Override PartName="/ppt/ink/ink17.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8.xml" ContentType="application/inkml+xml"/>
  <Override PartName="/ppt/notesSlides/notesSlide8.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notesSlides/notesSlide9.xml" ContentType="application/vnd.openxmlformats-officedocument.presentationml.notesSlide+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43.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44.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45.xml" ContentType="application/inkml+xml"/>
  <Override PartName="/ppt/notesSlides/notesSlide18.xml" ContentType="application/vnd.openxmlformats-officedocument.presentationml.notesSlide+xml"/>
  <Override PartName="/ppt/ink/ink46.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47.xml" ContentType="application/inkml+xml"/>
  <Override PartName="/ppt/notesSlides/notesSlide27.xml" ContentType="application/vnd.openxmlformats-officedocument.presentationml.notesSlide+xml"/>
  <Override PartName="/ppt/ink/ink48.xml" ContentType="application/inkml+xml"/>
  <Override PartName="/ppt/notesSlides/notesSlide28.xml" ContentType="application/vnd.openxmlformats-officedocument.presentationml.notesSlide+xml"/>
  <Override PartName="/ppt/ink/ink49.xml" ContentType="application/inkml+xml"/>
  <Override PartName="/ppt/notesSlides/notesSlide29.xml" ContentType="application/vnd.openxmlformats-officedocument.presentationml.notesSlide+xml"/>
  <Override PartName="/ppt/ink/ink50.xml" ContentType="application/inkml+xml"/>
  <Override PartName="/ppt/ink/ink51.xml" ContentType="application/inkml+xml"/>
  <Override PartName="/ppt/notesSlides/notesSlide30.xml" ContentType="application/vnd.openxmlformats-officedocument.presentationml.notesSlide+xml"/>
  <Override PartName="/ppt/ink/ink52.xml" ContentType="application/inkml+xml"/>
  <Override PartName="/ppt/ink/ink53.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54.xml" ContentType="application/inkml+xml"/>
  <Override PartName="/ppt/ink/ink55.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56.xml" ContentType="application/inkml+xml"/>
  <Override PartName="/ppt/notesSlides/notesSlide37.xml" ContentType="application/vnd.openxmlformats-officedocument.presentationml.notesSlide+xml"/>
  <Override PartName="/ppt/ink/ink57.xml" ContentType="application/inkml+xml"/>
  <Override PartName="/ppt/notesSlides/notesSlide38.xml" ContentType="application/vnd.openxmlformats-officedocument.presentationml.notesSlide+xml"/>
  <Override PartName="/ppt/ink/ink58.xml" ContentType="application/inkml+xml"/>
  <Override PartName="/ppt/notesSlides/notesSlide39.xml" ContentType="application/vnd.openxmlformats-officedocument.presentationml.notesSlide+xml"/>
  <Override PartName="/ppt/ink/ink59.xml" ContentType="application/inkml+xml"/>
  <Override PartName="/ppt/notesSlides/notesSlide40.xml" ContentType="application/vnd.openxmlformats-officedocument.presentationml.notesSlide+xml"/>
  <Override PartName="/ppt/ink/ink60.xml" ContentType="application/inkml+xml"/>
  <Override PartName="/ppt/ink/ink61.xml" ContentType="application/inkml+xml"/>
  <Override PartName="/ppt/ink/ink62.xml" ContentType="application/inkml+xml"/>
  <Override PartName="/ppt/notesSlides/notesSlide41.xml" ContentType="application/vnd.openxmlformats-officedocument.presentationml.notesSlide+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5"/>
  </p:notesMasterIdLst>
  <p:sldIdLst>
    <p:sldId id="256" r:id="rId2"/>
    <p:sldId id="257" r:id="rId3"/>
    <p:sldId id="318" r:id="rId4"/>
    <p:sldId id="319" r:id="rId5"/>
    <p:sldId id="320" r:id="rId6"/>
    <p:sldId id="321" r:id="rId7"/>
    <p:sldId id="322" r:id="rId8"/>
    <p:sldId id="258" r:id="rId9"/>
    <p:sldId id="259" r:id="rId10"/>
    <p:sldId id="323" r:id="rId11"/>
    <p:sldId id="324" r:id="rId12"/>
    <p:sldId id="325" r:id="rId13"/>
    <p:sldId id="260" r:id="rId14"/>
    <p:sldId id="326" r:id="rId15"/>
    <p:sldId id="327" r:id="rId16"/>
    <p:sldId id="328" r:id="rId17"/>
    <p:sldId id="329" r:id="rId18"/>
    <p:sldId id="264" r:id="rId19"/>
    <p:sldId id="265" r:id="rId20"/>
    <p:sldId id="266" r:id="rId21"/>
    <p:sldId id="330" r:id="rId22"/>
    <p:sldId id="331" r:id="rId23"/>
    <p:sldId id="332" r:id="rId24"/>
    <p:sldId id="333" r:id="rId25"/>
    <p:sldId id="334" r:id="rId26"/>
    <p:sldId id="335" r:id="rId27"/>
    <p:sldId id="336" r:id="rId28"/>
    <p:sldId id="337" r:id="rId29"/>
    <p:sldId id="338" r:id="rId30"/>
    <p:sldId id="339" r:id="rId31"/>
    <p:sldId id="340" r:id="rId32"/>
    <p:sldId id="342" r:id="rId33"/>
    <p:sldId id="341" r:id="rId34"/>
    <p:sldId id="343" r:id="rId35"/>
    <p:sldId id="344" r:id="rId36"/>
    <p:sldId id="345" r:id="rId37"/>
    <p:sldId id="346" r:id="rId38"/>
    <p:sldId id="347" r:id="rId39"/>
    <p:sldId id="349" r:id="rId40"/>
    <p:sldId id="348" r:id="rId41"/>
    <p:sldId id="353" r:id="rId42"/>
    <p:sldId id="355" r:id="rId43"/>
    <p:sldId id="354" r:id="rId44"/>
    <p:sldId id="356" r:id="rId45"/>
    <p:sldId id="359" r:id="rId46"/>
    <p:sldId id="358" r:id="rId47"/>
    <p:sldId id="357" r:id="rId48"/>
    <p:sldId id="360" r:id="rId49"/>
    <p:sldId id="362" r:id="rId50"/>
    <p:sldId id="361" r:id="rId51"/>
    <p:sldId id="267" r:id="rId52"/>
    <p:sldId id="268" r:id="rId53"/>
    <p:sldId id="269" r:id="rId54"/>
    <p:sldId id="270" r:id="rId55"/>
    <p:sldId id="271" r:id="rId56"/>
    <p:sldId id="363" r:id="rId57"/>
    <p:sldId id="364" r:id="rId58"/>
    <p:sldId id="365" r:id="rId59"/>
    <p:sldId id="366" r:id="rId60"/>
    <p:sldId id="367" r:id="rId61"/>
    <p:sldId id="368" r:id="rId62"/>
    <p:sldId id="369" r:id="rId63"/>
    <p:sldId id="371" r:id="rId64"/>
    <p:sldId id="372" r:id="rId65"/>
    <p:sldId id="373" r:id="rId66"/>
    <p:sldId id="374" r:id="rId67"/>
    <p:sldId id="375" r:id="rId68"/>
    <p:sldId id="376" r:id="rId69"/>
    <p:sldId id="378" r:id="rId70"/>
    <p:sldId id="379" r:id="rId71"/>
    <p:sldId id="381" r:id="rId72"/>
    <p:sldId id="380" r:id="rId73"/>
    <p:sldId id="382" r:id="rId74"/>
    <p:sldId id="384" r:id="rId75"/>
    <p:sldId id="383" r:id="rId76"/>
    <p:sldId id="385" r:id="rId77"/>
    <p:sldId id="387" r:id="rId78"/>
    <p:sldId id="388" r:id="rId79"/>
    <p:sldId id="389" r:id="rId80"/>
    <p:sldId id="390" r:id="rId81"/>
    <p:sldId id="391" r:id="rId82"/>
    <p:sldId id="392" r:id="rId83"/>
    <p:sldId id="394" r:id="rId84"/>
    <p:sldId id="393" r:id="rId85"/>
    <p:sldId id="395" r:id="rId86"/>
    <p:sldId id="396" r:id="rId87"/>
    <p:sldId id="397" r:id="rId88"/>
    <p:sldId id="398" r:id="rId89"/>
    <p:sldId id="399" r:id="rId90"/>
    <p:sldId id="400" r:id="rId91"/>
    <p:sldId id="401" r:id="rId92"/>
    <p:sldId id="402" r:id="rId93"/>
    <p:sldId id="403" r:id="rId94"/>
    <p:sldId id="404" r:id="rId95"/>
    <p:sldId id="407" r:id="rId96"/>
    <p:sldId id="406" r:id="rId97"/>
    <p:sldId id="405" r:id="rId98"/>
    <p:sldId id="408" r:id="rId99"/>
    <p:sldId id="409" r:id="rId100"/>
    <p:sldId id="411" r:id="rId101"/>
    <p:sldId id="410" r:id="rId102"/>
    <p:sldId id="412" r:id="rId103"/>
    <p:sldId id="413" r:id="rId104"/>
    <p:sldId id="415" r:id="rId105"/>
    <p:sldId id="414" r:id="rId106"/>
    <p:sldId id="416" r:id="rId107"/>
    <p:sldId id="417" r:id="rId108"/>
    <p:sldId id="419" r:id="rId109"/>
    <p:sldId id="421" r:id="rId110"/>
    <p:sldId id="418" r:id="rId111"/>
    <p:sldId id="422" r:id="rId112"/>
    <p:sldId id="420" r:id="rId113"/>
    <p:sldId id="423" r:id="rId114"/>
    <p:sldId id="424" r:id="rId115"/>
    <p:sldId id="425" r:id="rId116"/>
    <p:sldId id="278" r:id="rId117"/>
    <p:sldId id="279" r:id="rId118"/>
    <p:sldId id="284" r:id="rId119"/>
    <p:sldId id="426" r:id="rId120"/>
    <p:sldId id="427" r:id="rId121"/>
    <p:sldId id="430" r:id="rId122"/>
    <p:sldId id="431" r:id="rId123"/>
    <p:sldId id="429" r:id="rId124"/>
    <p:sldId id="428" r:id="rId125"/>
    <p:sldId id="285" r:id="rId126"/>
    <p:sldId id="432" r:id="rId127"/>
    <p:sldId id="433" r:id="rId128"/>
    <p:sldId id="436" r:id="rId129"/>
    <p:sldId id="435" r:id="rId130"/>
    <p:sldId id="434" r:id="rId131"/>
    <p:sldId id="437" r:id="rId132"/>
    <p:sldId id="438" r:id="rId133"/>
    <p:sldId id="439" r:id="rId134"/>
    <p:sldId id="292" r:id="rId135"/>
    <p:sldId id="293" r:id="rId136"/>
    <p:sldId id="294" r:id="rId137"/>
    <p:sldId id="295" r:id="rId138"/>
    <p:sldId id="440" r:id="rId139"/>
    <p:sldId id="296" r:id="rId140"/>
    <p:sldId id="441" r:id="rId141"/>
    <p:sldId id="442" r:id="rId142"/>
    <p:sldId id="443" r:id="rId143"/>
    <p:sldId id="444" r:id="rId144"/>
    <p:sldId id="445" r:id="rId145"/>
    <p:sldId id="446" r:id="rId146"/>
    <p:sldId id="447" r:id="rId147"/>
    <p:sldId id="297" r:id="rId148"/>
    <p:sldId id="448" r:id="rId149"/>
    <p:sldId id="450" r:id="rId150"/>
    <p:sldId id="449" r:id="rId151"/>
    <p:sldId id="298" r:id="rId152"/>
    <p:sldId id="299" r:id="rId153"/>
    <p:sldId id="300" r:id="rId154"/>
    <p:sldId id="301" r:id="rId155"/>
    <p:sldId id="302" r:id="rId156"/>
    <p:sldId id="451" r:id="rId157"/>
    <p:sldId id="303" r:id="rId158"/>
    <p:sldId id="304" r:id="rId159"/>
    <p:sldId id="452" r:id="rId160"/>
    <p:sldId id="453" r:id="rId161"/>
    <p:sldId id="454" r:id="rId162"/>
    <p:sldId id="455" r:id="rId163"/>
    <p:sldId id="456" r:id="rId164"/>
    <p:sldId id="305" r:id="rId165"/>
    <p:sldId id="457" r:id="rId166"/>
    <p:sldId id="458" r:id="rId167"/>
    <p:sldId id="460" r:id="rId168"/>
    <p:sldId id="459" r:id="rId169"/>
    <p:sldId id="461" r:id="rId170"/>
    <p:sldId id="463" r:id="rId171"/>
    <p:sldId id="462" r:id="rId172"/>
    <p:sldId id="306" r:id="rId173"/>
    <p:sldId id="464" r:id="rId174"/>
    <p:sldId id="468" r:id="rId175"/>
    <p:sldId id="465" r:id="rId176"/>
    <p:sldId id="466" r:id="rId177"/>
    <p:sldId id="467" r:id="rId178"/>
    <p:sldId id="307" r:id="rId179"/>
    <p:sldId id="469" r:id="rId180"/>
    <p:sldId id="470" r:id="rId181"/>
    <p:sldId id="471" r:id="rId182"/>
    <p:sldId id="472" r:id="rId183"/>
    <p:sldId id="473" r:id="rId1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4717" autoAdjust="0"/>
  </p:normalViewPr>
  <p:slideViewPr>
    <p:cSldViewPr>
      <p:cViewPr varScale="1">
        <p:scale>
          <a:sx n="105" d="100"/>
          <a:sy n="105" d="100"/>
        </p:scale>
        <p:origin x="656" y="200"/>
      </p:cViewPr>
      <p:guideLst>
        <p:guide orient="horz" pos="2160"/>
        <p:guide pos="3840"/>
      </p:guideLst>
    </p:cSldViewPr>
  </p:slideViewPr>
  <p:outlineViewPr>
    <p:cViewPr>
      <p:scale>
        <a:sx n="33" d="100"/>
        <a:sy n="33" d="100"/>
      </p:scale>
      <p:origin x="0" y="233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viewProps" Target="viewProp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31:33.554"/>
    </inkml:context>
    <inkml:brush xml:id="br0">
      <inkml:brushProperty name="width" value="0.05292" units="cm"/>
      <inkml:brushProperty name="height" value="0.05292" units="cm"/>
    </inkml:brush>
  </inkml:definitions>
  <inkml:trace contextRef="#ctx0" brushRef="#br0">18305 10435 24575,'24'-1'0,"7"-1"0,-4-1 0,3-1 0,2 0 0,2 0-1505,13-1 0,3 0 1505,-16 1 0,0 1 0,1-1 0,2 1 0,0 0 0,2 0-480,4 0 1,2 0-1,-2 1 480,-7-1 0,-1 1 0,1-1 0,8 0 0,1 0 0,-2 0 0,6 0 0,-1 0 309,-11 0 1,2 0 0,1 0-310,2 1 0,2 0 0,-3-1 0,8 1 0,0 0 0,-9 0 0,1 1 0,-4-1 0,0 1 0,-2 0 325,-1 1 0,2-1-325,1 0 0,-1 0 0,-4 0 0,-1 1 0,8-1 0,-1 0 0,-7 1 0,1-1 0,5 0 0,1 0 825,-9 1 1,1-1-826,4 0 0,1 1 0,-3-1 0,-1 1 0,0 0 0,1 0 0,2-1 0,0 2 0,-6-1 0,1 0 0,6 1 0,1 0 0,-7 1 0,1 0 0,6 0 0,0 0 0,-6 0 0,1 0 0,5 0 0,0-1 0,-2 0 0,-1 0 0,-2 0 0,1 0 0,-2 0 0,1 0 0,3 0 0,-2 0 0,17 0 47,-19 0 1,-1 1-48,3-1 0,5 2 0,-7-2 827,-4 0-827,-7 0 297,-8-1-297,-4 1 0,-3-1 0,-1 0 0,-2 0 0,5 1 0,-4-1 0,2 1 0</inkml:trace>
  <inkml:trace contextRef="#ctx0" brushRef="#br0" timeOffset="2203">23207 10376 24575,'8'0'0,"3"0"0,7-1 0,2 0 0,10 0 0,0 0 0,9-2 0,-1 1 0,-3-1 0,-1 2 0,-11-1 0,1 1 0,-5 0 0,5-2 0,2 2 0,1-1 0,6 0 0,-3 1 0,11-1 0,-2 0 0,-12 1 0,0 0 0,-2 0 0,0-1 0,6 1 0,1-1 0,-5 0 0,1 0 0,7 0 0,0 0-244,-1 0 0,0 0 244,1-1 0,1 1 0,6-1 0,-1 0 0,-4 0 0,-1-1-437,10 1 1,0 0 436,-8 0 0,0-1 0,8 1 0,-1 1 0,-9-1 0,0 0 0,5 0 0,0 0 0,-6 1 0,-1-1-125,-2 0 1,0 0 124,1-2 0,0 1 0,-4-1 0,1 0 0,7-1 0,1-1 0,-6 2 0,1-1 0,4 1 0,0 0 0,-9 1 0,0 2 0,3-1 0,1 0 0,-3 1 0,0 1 0,-1 0 0,0 0 0,4 0 0,-1 0 0,-4 1 0,1 0 0,9 0 0,0 1 0,-2 0 0,1 1-553,11 1 0,1 0 553,-4 1 0,-1-1 0,-7 1 0,1 0 0,0 0 0,-2-1 0,0 1 0,-1 0 0,0-1 0,0 1 0,0 0 0,2 1 0,1-1 0,-1 0 0,7 0 0,1 0 0,-9 0 0,0-1 0,0 0 0,4 0 0,0 0-32,6 0 1,-2 0 31,-12-1 0,-1-1 0,5 1 0,-1 0 0,-4-1 0,-1 0 0,0-1 0,1 1 0,2 1 0,-1-1 338,-4 0 1,0 0-339,6 0 0,-2 1 243,18 1-243,-23-2 0,0 1 1159,9 1-1159,1 0 555,-12-1-555,-5-1 145,-8-1-145,-6 0 0,-3 1 0,-1-1 0,-1 0 0</inkml:trace>
  <inkml:trace contextRef="#ctx0" brushRef="#br0" timeOffset="4375">17387 9821 24575,'-12'11'0,"-4"0"0,-15 8 0,-12 5 0,6-4 0,-4 1-1093,10-5 1,0-1 0,-2 2 946,-3 1 0,-2 1 0,-1 1 0,-1 1-476,6-3 0,-2 1 1,1 0-1,-1 0 1,-1 0 621,-2 2 0,-2 0 0,0-1 0,1 1 0,-1 1 0,2-1 0,1 0 0,-1 0 0,0 1 0,-1-1 0,4-1 0,-2-1 0,0 1 0,1 0 0,0-1 0,1 1-656,-3 0 1,3 0-1,-1 0 1,0 1 0,-2 0 584,-2 1 1,-2 1-1,-2 1 1,1 0-1,0-1 1,2 0 70,0-1 0,1 0 0,2 0 0,-2-1 0,-1 2 0,5-4 0,-1 2 0,-1-1 0,-1 1 0,1 0 0,1-1 0,2-1 0,-5 3 0,1-1 0,1-1 0,0 1 0,-1 0 0,-2 2 0,-2 0 0,0 0 0,1 1 0,1-2-374,3 0 0,0-1 0,1 0 0,1-1 0,0 0 374,-2 1 0,2 0 0,0-1 0,-1 1 14,-6 2 1,0 2 0,0-2-1,3-1-14,2-2 0,3-1 0,-1 0 531,-4 2 0,-2 1 0,4-3-531,0 1 0,2-1 1574,-6 3 1,2 0-1575,13-8 0,0 0 1497,0 0 0,0-1-1497,3-1 0,0-1 2535,-12 5-2535,5 0 1477,15-9-1477,10-2 725,4-5-725,4-1 8,1-1-8,-1-2 0,1-10 0,-2 8 0,0-7 0</inkml:trace>
  <inkml:trace contextRef="#ctx0" brushRef="#br0" timeOffset="5344">13926 10975 24575,'-4'10'0,"-1"1"0,-4 4 0,-4 3 0,-12 18 0,10-16 0,-3 1 0,-9 14 0,-2 2-959,0-2 0,-1 1 959,4-4 0,-3 1 0,1 0 0,1-1 0,1-2 0,-1 1 0,1-2 0,0 0 0,-1 1 0,-1-1 0,0 1 0,2-3-376,-3 4 1,1-2 375,-5 4 0,1-2 0,10-8 0,2-2 0,-1 0 0,1-1 0,-5 6 0,7-7 0,8-7 1840,7-7-1840,20 0 0,13 0 0,9 1 0,-5-3 0,2 0 0,4 0-820,-2 1 1,2 0 0,3 0 0,0 0 794,-1-1 1,2 0-1,1 0 1,-1 0-1,-2-1 25,1 0 0,-1 0 0,-1 0 0,1 0-311,4 1 0,1 0 0,-2-1 1,-6 0 310,5-1 0,-6 0 0,10 0 0,-33-1 0,-12-1 0,11-14 3276,4-10-3119,3-8 0,-6 10 0,-12 9 0</inkml:trace>
  <inkml:trace contextRef="#ctx0" brushRef="#br0" timeOffset="6277">14847 13013 24575,'13'-3'0,"17"-2"0,16-1 0,0 1 0,6 1-1093,-14 2 1,2 0 0,2 1 321,3 1 0,3-1 0,1 1 1,-2 0 770,-4 0 0,-2 1 0,1 0 0,2 1-456,0-1 0,2 0 0,1 0 0,-1 0 0,-2 0 456,1 1 0,-2-1 0,-1 0 0,3-1 0,-3 1 0,3 0 0,0-1 0,-1 1 0,-1-1 0,3 0 0,-3 0 0,1-1 0,3 1 0,-7-1 0,2 0 0,2 0 0,-1 0 0,1 0 0,-2 0-457,2 0 1,-2 0-1,1 1 1,0-1-1,4 0 457,-4 0 0,3 0 0,1 0 0,1 0 0,0 0 0,-1 0 0,-3 0 0,1 0 0,-2 0 0,-1 0 0,0 1 0,0-1 0,1 0 0,5 1 0,1-1 0,0 0 0,0 0 0,0 1 0,-2-1-364,-3 0 1,0 0 0,-1 0 0,-1 1 0,0-1-1,-2 0 364,2 1 0,-2-1 0,0 0 0,-1 1 0,1-1 64,2 1 0,1 0 0,-1-1 0,-1 1 0,-3 0-64,5 0 0,-3-1 0,0 1 534,-1 0 0,0 0 0,-4 0-534,-3 0 0,-3-1 3276,13 1-2640,-26 0 2640,-8 0-2648,20-5 32,13 0 0,-6 0 0,-4 1 0</inkml:trace>
  <inkml:trace contextRef="#ctx0" brushRef="#br0" timeOffset="7165">18830 12575 24575,'18'4'0,"20"4"0,-11-2 0,3 2 0,1-1 0,2 0 0,1 1-1093,-1-1 1,1 1 0,1-1 684,12 4 1,3 0-1,-1-1 408,-3-2 0,-1-1 0,0 1 0,0 0 0,-1 1 0,-1-1 131,-6-2 0,0 0 1,-3-2-132,5 2 0,-5-1 942,12 1-942,-18-3 0,-21-2 0,-8 2 2287,-8 8-2287,-4 7 0,-3 5 0,-5 6 0,-5 5-598,4-6 1,-2 2 0,-2 3 0,1-2 597,2-2 0,0 0 0,0 1 0,-1 0 0,-7 6 0,-1 1 0,-1 0 0,3-2 0,2-2 0,2-2 0,0-1-112,1-2 1,0-1-1,2-3 112,3-4 0,3-4 0,-6 5 0,13-12 0,4-8 0,-2-5 0,5 1 0,-4-1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30:49.777"/>
    </inkml:context>
    <inkml:brush xml:id="br0">
      <inkml:brushProperty name="width" value="0.05292" units="cm"/>
      <inkml:brushProperty name="height" value="0.05292" units="cm"/>
    </inkml:brush>
  </inkml:definitions>
  <inkml:trace contextRef="#ctx0" brushRef="#br0">21859 7329 24575,'5'12'0,"3"15"0,-2 15 0,-1 3 0,-1 9-820,-2-17 1,-1 4 0,-1 1 0,1 1 163,0-4 1,-1 1-1,1 1 1,-1 2 0,0 2 186,0-3 1,0 3 0,-1 1 0,1 1 0,0 1 0,-1-1 0,1-2 127,0 4 0,-1-2 0,1 0 1,0 0-1,-1 2 0,1 1 158,1-5 1,-1 2 0,0 1 0,0 0 0,1 1 0,-1-1 0,1-2 0,-1-1 182,1 3 0,0-1 0,0-2 0,0 1 0,0-1 0,1 1-309,-1 4 0,1 1 1,0 0-1,0 0 1,0-2-1,1-1 309,0-1 0,0-2 0,0-1 0,1-1 0,-1 0 107,0 5 1,1-1-1,-1-1 1,1 0-108,0-3 0,1 1 0,-1-2 0,0-2 686,-1-1 0,0-3 0,-1 1-686,2 4 0,-1 2 0,0-3 1593,-1 5 0,0-1-1593,0-11 0,-1 1 0,0-1 0,1 9 0,-1-2 1638,0-2 0,0 0-1564,0 0 1,-1-1-75,1-8 0,-1 1 0,0 5 0,0 0 0,0-4 0,0 0 0,0 5 0,0 1 0,0-3 0,0-1 1333,0-3 1,0-1-1334,0-1 0,0-1 1704,0 10-1704,0 2 1146,-1-9-1146,1 5 569,-1-6-569,1-2 0,-1-5 0,1-8 0,0-5 0,1-6 0,-1-1 0,1-3 0,1 1 0,0 0 0,1 0 0,1 0 0,1-1 0,-1 1 0,1-1 0,-2 1 0,0 0 0,-1 0 0,13-1 0,21 0 0,-5 1 0,4 1-625,3 0 1,3 0 624,-7 1 0,1 0 0,1 0-531,1 0 1,-1 0 0,1 0 530,0 0 0,1-1 0,-1 1 0,1 0 0,-1 0 0,0 0 0,-1 0 0,0-1 0,0 0 0,-1 1 0,-1 1 0,1-1 0,1 0 0,1 1 0,0-1 0,5 1 0,1 1 0,-1-2 0,-5 1 0,0-1 0,1 0 0,8 1 0,3 0 0,-3 0 0,-8-1 0,-2 0 0,0 1 0,7 0 0,0 0 0,-1 0 0,-6 0 0,0 0 0,-1-1 0,-1 1 0,1-1 0,0 0 0,0 0 0,1 1 0,-2-1-355,6 0 0,-1 0 355,6 1 0,-1 1 0,-10-2 0,-2 0 0,6 1 0,0-1 0,-3-1 0,-2 0-174,1 1 1,0-1 173,1-1 0,1 0 0,-5 0 0,0 1 0,5-1 0,0 1 0,-3-1 0,-1 0 0,5 0 0,1 1 0,-2-1 0,-1 0 0,1 0 0,0 0 0,5 0 0,1 0 0,-7 1 0,2-1-18,-5 0 1,3 0 0,-1 1 17,8-2 0,1 1 0,-5-1 0,1 1 0,1 0 497,-3-1 0,0 1 0,-1 0-497,1 0 0,-1 0 0,4 1 0,5-1 0,5 0 0,0 0 0,-2 1-755,1-1 0,-2 0 0,3 1 755,-11-1 0,2 0 0,1 0 0,0 0 0,-1 0 0,2 0 0,-1 1 0,0-1 0,-1 1 0,0 0 0,0-1 0,-1 1 0,1 0 0,-2 0 0,0 0 0,0 0 0,1 0 0,3-1 0,0 1 0,0 0 0,-2-1-604,3 1 1,-2 0 0,2-1 603,-4 0 0,1 0 0,0 0 0,-2 0 0,5 1 0,-2-1 0,1 0 0,-6 0 0,1 0 0,0 0 0,0-1 0,8 2 0,-1-1 0,0 0 0,1 0 0,-1-1 0,1-1 0,-7 1 0,1 0 0,0 0 0,-1 0 0,8 0 0,0 0 0,1 0-336,-4 0 0,2 0 0,0 0 1,-1 0 335,4 1 0,-3 0 0,3 1 0,-7-1 0,2 0 0,-1-1 0,0 1 0,6 0 0,0-1 0,-1 1 0,-1-1 0,0 0 0,0 0-387,1 0 1,1-1 0,-3 0 386,-10 1 0,-2 0 0,0-1 0,5 1 0,1-1 0,-3 1 737,5-2 1,-2 0-738,9 0 0,0 1 0,-6-1 0,-1 1 0,2-1 0,1 0 0,-9 3 0,1 0 0,-1 0 0,9-2 0,0 2 0,-8 1 0,1 1 0,-3 0 0,4-1 0,-3 0 0,2 1 0,-2 1 1982,11-2-1982,-14-1 2714,-13 0-2714,-13 1 1783,-4-1-1783,-3 0 1081,-4-3-1081,3 2 0,-2-1 0,2 2 0</inkml:trace>
  <inkml:trace contextRef="#ctx0" brushRef="#br0" timeOffset="3330">22332 11121 24575,'12'-2'0,"3"0"0,2-2 0,8 0 0,1-2 0,12-2 0,-1-3 0,5 0 0,-19 3 0,2 0 0,20-8 0,-15 5 0,1-1 0,1 1 0,-1-1 0,1-1 0,0 0 0,3-1 0,0-1 0,-9 3 0,-1-1 0,4-2 0,-1-1 0,12-8 0,-17 9 0,-1 0 0,15-10 0,-15 8 0,1 1 0,15-12 0,-14 9 0,0 0 0,-1 1 0,0-1 0,-1 0 0,2-1 0,2-2 0,0 1 0,-5 2 0,0 1 0,5-3 0,0 0 0,-6 3 0,0 1 0,5-3 0,-1-1 0,-1 2 0,-1-1 0,0 0 0,1 0 0,2-2 0,-1 1 0,-5 3 0,0 0-1639,5-3 1,-1 0-1,-4 3 1,0 0 1523,3-4 0,1-1 57,-1 1 0,-1-1 58,0 1 0,-1 0 0,2-2 0,0 0 0,-5 5 0,-1 0 0,4-4 0,0 1 0,12-13 0,-13 14 0,1 0 0,-1 2 0,-1 1 0,1-1 0,0 1 0,1-2 0,-1 0 3276,11-12-1638,-12 13 0,0 0-1290,8-13-348,4-4 0,-4 2 0,0 2 0,2-2 0,-2 5 0,5-6 0,-2 4 0,-11 12 0,0 0 0,0-1 0,0 1 0,2-2 0,0-1 0,2-1 0,1 1 0,-4 3 0,2 0 0,4-3 0,1 0 0,-4 4 0,0 0 0,7-4 0,1 0-265,-2 1 1,1 1 264,0-1 0,1 1 0,4-2 0,-1 0 0,-4 3 0,0 1 0,9-4 0,0 0 0,-7 5 0,-1 1 0,9-2 0,0 0 0,-6 3 0,0 2 0,0 0 0,0 1 0,2-1 0,0 1 0,-7 3 0,0 1 0,6-1 0,0 0 0,-7 3 0,0 1 0,3 0 0,0 0 0,18 1 0,-5 0 0,-2 4 0,-10 0 0,7 1 529,-5 1-529,11 4 0,-1 1 0,1 3 0,-19-3 0,0 0 0,20 7 0,-14-4 0,0 1 0,-2 0 0,1 1-824,10 5 0,1 2 824,0 1 0,0 2 0,2 0 0,0 0 0,-10-4 0,2 0 0,-2-1 0,8 4 0,-1 0 0,-8-5 0,1 0 0,-3 0-381,7 4 0,-2-1 381,4 3 0,0 0 0,-4-3 0,-1 1 0,-1 0 0,1 0 0,5 2 0,-2 0 0,-7-3 0,0-1 0,6 6 0,0 0 0,-8-5 0,0-1 0,4 4 0,1 0 0,-4-2 0,-1 0-165,-1-1 1,0 0 164,1 1 0,0 0 0,-7-3 0,0-1 0,2 1 0,1 1 0,-3-3 0,-1 1 1553,18 13-1553,-18-13 0,1 0 813,12 12-813,-13-11 0,0-1 373,11 11-373,5 3 0,-9-6 0,1 2 0,-2-2 0,-2 1 0,4 1 0,-5-4 0,4 6 0,-4-3 0,5 9 0,-2-2 0,1-1 0,1 3 0,-5-7 0,6 3 0,-6-7 0,4 4 0,-4-5 0,-1 0 0,1 1 0,-5-4 0,4 3 0,-4-1 0,4 2 0,-1 3 0,4-2 0,2 2 0,-1-5 0,7 8 0,-7-7 0,7 9 0,-8-8 0,-1 0 0,-1-2 0,-4-3 0,3 2 0,-2-3 0,3 1 0,1 0 0,2 1 0,4 0 0,-3-2 0,4 2 0,-5-5 0,6 4 0,0-3 0,3 2 0,5 1 0,-3-3 0,-13-6 0,0 0 0,15 6 0,-15-7 0,1 0 0,15 6 0,-1-2 0,-5-2 0,-12-5 0,-2-1 0,-9-1 0,-3-2 0,-5 0 0,0 1 0,-2-1 0,1 1 0</inkml:trace>
  <inkml:trace contextRef="#ctx0" brushRef="#br0" timeOffset="4612">27391 9254 24575,'6'-1'0,"6"-1"0,6-2 0,28-2 0,-18 2 0,1-1-430,13-1 1,1 0 429,-7 1 0,-1 1 0,1-1 0,-3 0 212,8-1-212,-16 2 0,-14 2 0,-7 1 0,-3 1 0,0 0 0</inkml:trace>
  <inkml:trace contextRef="#ctx0" brushRef="#br0" timeOffset="5670">27893 9074 24575,'8'0'0,"4"0"0,4 0 0,8 1 0,3 0 0,5 0 0,-2 1 0,-5-1 0,-9 1 0,-10-1 0,-5 1 0,-5 4 0,-2 4 0,-7 7 0,-1 4 0,-6 5 0,0-2 0,2-3 0,2-4 0,8-7 0,2-4 0,5-4 0,1-2 0</inkml:trace>
  <inkml:trace contextRef="#ctx0" brushRef="#br0" timeOffset="7109">22811 10975 24575,'47'-13'0,"-13"7"0,-3-1 0,-18 7 0</inkml:trace>
  <inkml:trace contextRef="#ctx0" brushRef="#br0" timeOffset="7492">23368 10768 24575,'10'-19'0,"14"-8"0,-10 10 0,7-1 0</inkml:trace>
  <inkml:trace contextRef="#ctx0" brushRef="#br0" timeOffset="7818">23705 10378 24575,'26'-30'0,"-7"12"0,0 0 0,8-9 0,1 3 0</inkml:trace>
  <inkml:trace contextRef="#ctx0" brushRef="#br0" timeOffset="8110">24078 9985 24575,'0'0'0</inkml:trace>
  <inkml:trace contextRef="#ctx0" brushRef="#br0" timeOffset="14748">26011 8725 24575,'2'25'0,"0"18"0,-1-12 0,0 3 0,0 3-1093,-1 3 1,1 3 0,0 3 436,0-6 1,0 2-1,1 2 1,0 0 0,-1 0-1,1-4 1,-1 0-1,1 1 1,0 0 0,0 1 601,1 3 0,0 1 1,1 1-1,0 1 1,0-1-1,0 0 54,0-3 0,0 0 0,0 1 0,0-2 0,0 1 0,0-1 0,1 0 0,-1-1 0,1-1 0,0 1 0,0 0 0,0 0 0,0 0 0,0 1 0,0 0 0,0-1 0,-1-1 0,1-2-3,0 6 0,1-3 1,-1-1-1,0 1 3,0 3 0,-1 2 0,1-2 0,-1-2-333,0 1 0,0-3 0,-1 0 333,-1 2 0,0-1 0,-1-1 894,1 6 1,0-2-895,-2-6 0,0-2 0,1-5 0,-1-2 3276,0 8-2637,-1 0 2184,1-14-2823,-2 0 1915,1-4-1915,-1-1 721,2 0-721,0-4 0,-1 1 0,1-6 0,-1-1 0,1-4 0,-1-3 0,0-2 0,-1-2 0</inkml:trace>
  <inkml:trace contextRef="#ctx0" brushRef="#br0" timeOffset="15997">24171 9871 24575,'1'10'0,"0"4"0,4 16 0,3 16 0,-3-17 0,1 2-625,1 11 1,1 1 624,-1-4 0,-1 1 0,0-6 0,1 1 0,-2-1 0,2 7 0,-1-2 0,2 9 0,0-2 0,-1-6 0,-1-2 0,0-1 0,0-2 152,-1-1 1,-1-2-153,1 15 0,-1 3 0,-2-12 0,0 8 0,-1-4 944,1 0-944,-1 2 0,1-10 0,-1 3 0,0-9 0,0 1 0,-1-9 0,0 2 0,0-3 0,0 0 0,0 2 0,0-4 0,0 3 0,1-3 0,-1 0 0,0-1 0,0-3 0,0 2 0,0-6 0,0 2 0,0-7 0,0 0 0,0-3 0,3-4 0,-2 2 0,1-3 0</inkml:trace>
  <inkml:trace contextRef="#ctx0" brushRef="#br0" timeOffset="110232">17720 5872 24575,'-40'-21'0,"21"11"0,-5-3 0</inkml:trace>
  <inkml:trace contextRef="#ctx0" brushRef="#br0" timeOffset="112854">19037 6349 24575,'-4'-6'0,"-1"0"0,-6-3 0,-2 0 0,-10-4 0,4 3 0,-7 1 0,5 3 0,-1 1 0,-2 2 0,4 1 0,-4 0 0,3 2 0,-5 1 0,-2 0 0,0 2 0,1 3 0,3 1 0,0 5 0,-1 0 0,-6 6 0,-2 3 0,0 0 0,-5 4 0,6-3 0,-5 4 0,9-7 0,-1 1 0,6-7 0,3 0 0,3-3 0,4 0 0,0 0 0,1-1 0,-3 7 0,1-2 0,1 3 0,-7 12 0,10-6 0,-6 21 0,11-17 0,1 5 0,3-12 0,1-4 0,1-1 0,1-5 0,1 1 0,1-2 0,1 2 0,5 1 0,0 0 0,4 1 0,0-2 0,0-1 0,0 0 0,-1-4 0,2 2 0,1-2 0,5 1 0,2 1 0,9 1 0,5 3 0,2-3 0,8 3 0,-8-4 0,10 3 0,-9-4 0,-14-4 0,-1 0 0,17 1 0,0-3 0,-3-1 0,-8-5 0,5-5 0,-7-5 0,11-14 0,-20 11 0,0-3-327,1-4 1,0-3 326,3-5 0,-2-2 0,-4 3 0,-2-2 0,1-5 0,-3-1 0,-5 9 0,-2 0 0,-1-5 0,-3 1 0,-3 5 0,-3 0-23,0 1 1,-3 0 22,-3 0 0,-2 2 0,-11-17 0,-6 4 0,6 14 0,1 6 651,7 11-651,4 3 47,4 3-47,2 2 0,1 1 0,2-1 0,0 1 0,3-2 0,-1 2 0,1-2 0</inkml:trace>
  <inkml:trace contextRef="#ctx0" brushRef="#br0" timeOffset="114810">18526 7283 24575,'-3'3'0,"2"-1"0,0-2 0,2-5 0,-2-3 0,1-6 0,-1-2 0,-1 2 0,-1 4 0,0 4 0,1 4 0,0 2 0,-4 0 0,-3 0 0,-9 0 0,-3 0 0,-11 0 0,3-1 0,-7 1 0,7 0 0,3 0 0,5 0 0,5 1 0,-1 2 0,-1 4 0,-4 4 0,-4 9 0,-1 3 0,-5 10 0,4-3 0,-2 8 0,7-9 0,-1 5 0,7-5 0,3-2 0,1 0 0,6-6 0,0 3 0,5-5 0,0 3 0,1-2 0,1 0 0,1 0 0,-1-5 0,3 2 0,0-6 0,3 4 0,3-2 0,0-1 0,5 3 0,-2-4 0,6 2 0,-1-2 0,5 1 0,1-1 0,-1-3 0,-1 0 0,-4-3 0,0-2 0,-3-2 0,3 0 0,0-2 0,6-1 0,1-1 0,2-1 0,1-2 0,-3 2 0,0-1 0,-4 1 0,0-2 0,0-1 0,-1-1 0,3-5 0,-1-2 0,5-10 0,-2-2 0,0-6 0,0-5 0,-6 5 0,-2-6 0,-6 7 0,-3-8 0,-6 3 0,-5-3 0,-4-1 0,-2 12 0,-1 0 0,3 13 0,0 3 0,2 6 0,1 2 0,2 3 0,1 0 0,3-1 0,3 2 0,-2-3 0,2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34:39.709"/>
    </inkml:context>
    <inkml:brush xml:id="br0">
      <inkml:brushProperty name="width" value="0.05292" units="cm"/>
      <inkml:brushProperty name="height" value="0.05292" units="cm"/>
    </inkml:brush>
  </inkml:definitions>
  <inkml:trace contextRef="#ctx0" brushRef="#br0">17949 14702 24575,'-11'1'0,"-1"1"0,-1-2 0,-2 0 0,-3 1 0,1 0 0,-6 0 0,5 0 0,-5 0 0,5 0 0,-3-1 0,3 1 0,-2-1 0,-1 0 0,1 0 0,-3-1 0,5 1 0,-4-2 0,5 1 0,-3 1 0,5 0 0,-2 0 0,4-1 0,1 1 0,-2 0 0,3 0 0,-5-1 0,2 1 0,0-1 0,0 1 0,3 0 0,-3-1 0,3 1 0,-5 0 0,2 0 0,-1 0 0,1 0 0,2 0 0,-1 0 0,0 0 0,-2 0 0,-2 0 0,-1 0 0,-5 0 0,3-1 0,-6 1 0,2-1 0,-3 0 0,0 1 0,4-1 0,-3 0 0,6 0 0,-7 0 0,4 0 0,-8 1 0,2-1 0,-3 0 0,-3 0 0,6-1 0,-3 1 0,8 0 0,-1 0 0,2 1 0,0 0 0,-5 0 0,4-2 0,-3 2 0,8-1 0,0 1 0,5 0 0,1 0 0,2 1 0,1-1 0,3 1 0,1-1 0,3 0 0,1 0 0,1 0 0,1 0 0</inkml:trace>
  <inkml:trace contextRef="#ctx0" brushRef="#br0" timeOffset="832">16506 14557 24575,'-8'8'0,"-5"4"0,-3-1 0,-12 7 0,1 0 0,-7 3 0,7-4 0,7-4 0,8-5 0,9-5 0,3-3 0,8 4 0,21 7 0,13 10 0,-10-5 0,1 1 0,-1-1 0,-1 1 0,-2-1 0,-1-1 0,-5-1 0,-1-2 0,5 3 0,-7-3 0,-12-8 0,2-3 0,27-8 0,3 1 0,2-1 0,-16 2 0,-1 0 0,9 1 0,0-1 0</inkml:trace>
  <inkml:trace contextRef="#ctx0" brushRef="#br0" timeOffset="3583">23749 14655 24575,'8'2'0,"4"0"0,4 1 0,4 2 0,7 0 0,-3 0 0,5-2 0,-4 0 0,-3-2 0,-3 0 0,-1 0 0,0 0 0,0 0 0,2 0 0,-4 0 0,3-1 0,-4 0 0,0 1 0,0 0 0,-1-1 0,3 0 0,-5 0 0,3 1 0,-3-1 0,1 0 0,-1 0 0,0 1 0,1-1 0,-2 1 0,2-1 0,3 1 0,-2-1 0,4 0 0,-3 0 0,-2 0 0,5 1 0,-3 0 0,3 0 0,1-1 0,0 1 0,3 0 0,-3 0 0,3 0 0,-5 0 0,3 0 0,2 0 0,-1 1 0,6-1 0,-3 1 0,6-1 0,-8 0 0,3 0 0,-7-1 0,3 0 0,-4 0 0,4 1 0,-2-1 0,-1 0 0,3 0 0,-3 1 0,3-1 0,-3 0 0,0 0 0,-1 0 0,0 0 0,4 1 0,-2-1 0,4 1 0,-1-1 0,-3 1 0,-1-1 0,-8 0 0,-2 0 0,-4 1 0,-1-1 0,8 2 0,12 1 0,13 4 0,-11-2 0,2 0 0,11 4 0,-1-1 0,-8-3 0,-1 1 0,3 1 0,-4-1 0,-6-3 0,-14-1 0,-4-2 0,-3 1 0,-1-1 0</inkml:trace>
  <inkml:trace contextRef="#ctx0" brushRef="#br0" timeOffset="4379">25452 14681 24575,'25'8'0,"0"2"0,-1 0 0,2 0 0,14 8 0,0 0 0,-18-8 0,-10-3 0,-10-6 0,-4 2 0,-3 4 0,-8 7 0,-6 5 0,-17 9 0,14-13 0,-3-2 0,-3 2 0,-2 0 0,-6-1 0,0 0 0,8-3 0,1-1 0,-1 1 0,3-1 0,-3 3 0,10-5 0,12-5 0,4-2 0,1 0 0,1-1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33:26.563"/>
    </inkml:context>
    <inkml:brush xml:id="br0">
      <inkml:brushProperty name="width" value="0.05292" units="cm"/>
      <inkml:brushProperty name="height" value="0.05292" units="cm"/>
    </inkml:brush>
  </inkml:definitions>
  <inkml:trace contextRef="#ctx0" brushRef="#br0">3847 9737 24575,'42'-10'0,"-8"4"0,5 0 0,3 0 0,5 0 0,5 1-547,-12 1 1,4 1 0,1-1 0,3 1 0,0 0 0,1 0 136,-6 1 0,-1-1 1,1 1-1,1 0 1,2 0-1,1 0 0,2 0 1,4 1 190,-12 0 1,3-1-1,1 1 1,1 0-1,2 0 1,2 0-1,0 0 1,0 0-1,2 1 1,-1-1 0,1 0-1,0 0 1,-1 1-1,0-1 1,-1 0 13,-2 1 0,0-1 0,0 1 0,0 0 1,-1-1-1,1 1 0,0 0 0,0-1 0,1 1 1,0 0-1,0 0 0,1 0 0,1 0 0,0 0 1,2 0-1,0 0 150,-8 0 1,0 0 0,1 1 0,1-1 0,0 0-1,0 1 1,1-1 0,0 1 0,0-1 0,1 1-1,0-1 1,1 1 0,0-1 0,0 1 0,0-1-1,1 1 1,-1 0 0,1-1 0,0 1 0,1-1 0,-1 1-1,1-1 1,-1 1 54,-4-1 0,1 0 0,0 1 0,0-1 0,1 1 0,0-1 0,0 0 0,1 1 0,-1-1 0,1 0 0,0 1 0,1-1 0,-1 1 0,0-1 0,1 0 0,-1 1 0,1-1 0,-1 0 0,1 1 0,-1-1 0,0 1 0,0-1 0,0 1 0,0-1 0,0 0 0,-1 1 0,0-1 0,0 1-79,1-1 1,1 1 0,-2 0 0,1-1 0,-1 1 0,0-1 0,0 1 0,0 0 0,-1-1 0,1 1 0,0 0 0,-1-1 0,1 1 0,0 0 0,-1 0 0,1-1 0,1 1 0,-1 0 0,1-1 0,0 1 0,0 0 0,1-1 0,0 1 0,0-1 0,1 1 0,0-1 78,-4 1 0,-1-1 0,2 1 0,0-1 0,0 0 0,1 1 0,0-1 0,1 1 0,0-1 0,0 0 0,0 0 0,1 1 0,0-1 0,0 0 0,0 1 0,-1-1 0,1 0 0,0 0 0,0 1 0,-1-1 0,0 0 0,0 1 0,0-1 0,-1 0 0,0 1 0,0-1 0,-1 1 0,-1-1 0,0 0 0,-1 1 0,0-1 0,-1 1 0,-1-1 0,9 1 0,-1 0 0,0-1 0,-2 1 0,0 0 0,0 0 0,-1 0 0,-1-1 0,0 1 0,0 0 0,-1 0 0,0 0 0,0 0 0,0 0 0,0 0 0,-1 0 0,1 0 0,0-1 0,0 1 0,1 0 0,0 0 0,0 0 0,1 0 0,0 0 0,1 0 0,1 0 0,-1 0 0,2 0 0,-1-1 0,0 1 0,0 0 0,0 0 0,0 0 0,-1 0 0,0 0 0,-1 0 0,0 0 0,-2 0 0,0 0 0,-2 0 0,0 0 0,-2 0 0,-1 0 0,-2 0 0,14 1 0,-3-1 0,-1 1 0,-2 0 0,-1-1 0,-2 1 0,-1 0 0,0-1 0,-2 1 0,1-1 0,-2 1 0,8 0 0,-1-1 0,0 1 0,-1 0 0,-3-1 0,-3 1 0,-3-1 0,-6 0 1014,24-1 1,-14 0-1015,-9 0 3034,-32 0-3034,-2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35:10.954"/>
    </inkml:context>
    <inkml:brush xml:id="br0">
      <inkml:brushProperty name="width" value="0.05292" units="cm"/>
      <inkml:brushProperty name="height" value="0.05292" units="cm"/>
    </inkml:brush>
  </inkml:definitions>
  <inkml:trace contextRef="#ctx0" brushRef="#br0">14110 12579 24575,'4'-5'0,"4"-3"0,26-15 0,-6 7 0,5-1-1093,8 0 1,5-2 0,2 2 445,-13 3 0,1 1 0,1 0 0,1 0 647,5-1 0,1 0 0,1 0 0,-1 0 0,0 0 0,-1 1 0,0 0 0,-3 0 0,2-2 0,-3 1 0,0 1 508,-2 0 1,-1 1-1,-6 1-508,12-6 990,-24 9-990,-16 7 0,-6 3 0,2-1 0,-1 1 0</inkml:trace>
  <inkml:trace contextRef="#ctx0" brushRef="#br0" timeOffset="504">14427 12896 18714,'41'-18'0,"1"0"0,-1 0 0,0 1 0,-2 1 0,2 0 0,0 0 0,0 1 0,1-1 0,2-1 0,1 1 0,0-1 0,0 0 0,0 1-656,0 1 1,1 0-1,0 1 1,-1-1 0,1 0 453,-1-1 0,0 1 0,0-1 0,-1 0 0,-3 2 202,-3 1 0,-2 1 0,-1 0 0,-1 0 735,7-3 0,-2-1 0,-5 2-735,-8 2 0,-4 3 1636,1-1-1636,-16 7 0,-6 3 0,2-1 0</inkml:trace>
  <inkml:trace contextRef="#ctx0" brushRef="#br0" timeOffset="19078">18236 12200 24575,'-2'-6'0,"-1"-3"0,-3-1 0,-3-3 0,-4-2 0,0-1 0,-6-4 0,4 5 0,-2-1 0,5 6 0,-1 0 0,2 3 0,3 1 0,1 2 0,3 3 0,-1 0 0,2 1 0,-2 0 0,2 0 0,-1 0 0,0 1 0,1 0 0,-1 2 0,-2 2 0,0 1 0,-3 3 0,-1 3 0,-3 2 0,1 3 0,-4 2 0,2 0 0,-3 5 0,0 4 0,1 1 0,-2 10 0,5-5 0,-2 6 0,6-6 0,0 2 0,3-6 0,0 4 0,2-2 0,1-1 0,1 7 0,1-5 0,0 10 0,1-6 0,1 7 0,0-2 0,0-1 0,1 5 0,-1-10 0,1 9 0,-1-8 0,-1 8 0,2 1 0,-2 0 0,1-19 0,-1-1 0,1 18 0,-1-17 0,0-1 0,0 14 0,0 7 0,0-8 0,0-2 0,0-1 0,1-6 0,-1 8 0,1-2 0,-1 10 0,2-3 0,-2 2 0,1 2 0,-1-9 0,0 10 0,0-10 0,0 8 0,0-5 0,0 1 0,0 2 0,0-7 0,0 11 0,0-8 0,0-15 0,1 0 0,-1 17 0,2 7 0,0-1 0,1-1 0,-2-22 0,0 0 0,1 17 0,1 6 0,-1-9 0,0 8 0,-1-8 0,0-2 0,0-2 0,-1-10 0,1 1 0,-1-6 0,0 2 0,-1-1 0,0-1 0,0-1 0,0-4 0,0-3 0,-1-2 0,-1 0 0,0-2 0,-3 1 0,-1-1 0,-2-2 0,-5-1 0,-1-1 0,-11-2 0,-6-1 0,-5-3 0,-8-2 0,9-1 0,-3-3 0,14 2 0,0-1 0,6 0 0,-8 2 0,-7-4 0,14 6 0,-1-2 0</inkml:trace>
  <inkml:trace contextRef="#ctx0" brushRef="#br0" timeOffset="31656">18811 13121 24575,'0'19'0,"-1"4"0,1 15 0,2-3 0,3 2 0,0-12 0,2-8 0,-1-8 0,0-5 0,0-3 0,6-3 0,11-9 0,6-4 0,-10 1 0,1-4 0,0-2 0,-1-1 0,0-3 0,-1-3 0,-1-4 0,-2 0 0,-4 5 0,-2 1 0,-2-2 0,-1 2 0,0-5 0,-4 9 0,-3 14 0,-2 10 0,-2 12 0,-7 23 0,4-10 0,0 1 0,0 5 0,1 1-543,0 11 1,2 1 542,2-7 0,1 1 0,1 8 0,1 0 0,0-12 0,1-1 0,-1 2 0,1-3 0,-1 10 0,0-7 0,-1-17 0,-1-7 0,-2-3 1085,0-4-1085,-1 0 0,-2-1 0,-6 1 0,-8-1 0,-3-1 0,-6-3 0,8-3 0,4-2 0,10 0 0,4 1 0</inkml:trace>
  <inkml:trace contextRef="#ctx0" brushRef="#br0" timeOffset="33209">19475 13118 24575,'20'2'0,"2"0"0,8 0 0,-10-1 0,-5 0 0,-12-1 0</inkml:trace>
  <inkml:trace contextRef="#ctx0" brushRef="#br0" timeOffset="33603">19436 13274 24575,'27'5'0,"-3"-1"0,4 0 0,-9-2 0,-4-1 0,-7 0 0,-2-1 0,0-1 0,-3-1 0,-4 1 0,1-1 0,-5 2 0</inkml:trace>
  <inkml:trace contextRef="#ctx0" brushRef="#br0" timeOffset="34694">20095 12522 24575,'20'4'0,"9"0"0,6-1 0,7-1 0,-8-4 0,-3-4 0,-10-1 0,-7-6 0,-6 0 0,-4-2 0,-8-6 0,-2 4 0,-9-4 0,0 7 0,-6 1 0,2 5 0,-4 4 0,2 4 0,-3 4 0,-7 7 0,2 4 0,-8 9 0,9 2 0,-3 10 0,9 6 0,6 5 0,13-18 0,3 1 0,4-4 0,2 0 0,6 6 0,4-1 0,-2-8 0,3-1 0,6 1 0,1-3 0,-3-5 0,1-3 0,21 4 0,0-7 0,-8-13 0,-11-1 0,1-2 0,20-11 0,-13 5 0,-10 2 0</inkml:trace>
  <inkml:trace contextRef="#ctx0" brushRef="#br0" timeOffset="36699">20671 11322 24575,'17'1'0,"4"0"0,2-1 0,1 1 0,-8-1 0,-3-1 0,-5 0 0,1-1 0,-5 0 0,1 1 0</inkml:trace>
  <inkml:trace contextRef="#ctx0" brushRef="#br0" timeOffset="37160">21113 11054 24575,'-6'10'0,"-4"4"0,-2 3 0,-9 17 0,-3 7 0,8-9 0,0 3-457,1 1 0,2 0 457,1 2 0,3 0 0,2 0 0,2-2 224,5 14-224,8-3 0,1-25 0,0-6 0,-2-12 0,-4-2 690,6-10-690,2-5 0,-1 3 0,-1-2 0</inkml:trace>
  <inkml:trace contextRef="#ctx0" brushRef="#br0" timeOffset="37574">21161 11168 24575,'3'16'0,"4"12"0,9 13 0,-2-9 0,3 1-753,2-2 1,1 0 752,4 3 0,0-1 0,-6-11 0,-2-2 489,6 8-489,-15-20 249,-7-7-249,0-11 0,1-8 0,0-17 0,0 16 0,-1-4 0</inkml:trace>
  <inkml:trace contextRef="#ctx0" brushRef="#br0" timeOffset="37948">21373 11171 24575,'-18'29'0,"1"-3"0,-6 11 0,1-6 0,-2 3 0,3-2 0,3-7 0,4-3 0,4-8 0,4-5 0,4-5 0,4-3 0,-1-1 0,1 0 0</inkml:trace>
  <inkml:trace contextRef="#ctx0" brushRef="#br0" timeOffset="38283">21669 11333 24575,'10'4'0,"11"0"0,20-5 0,-17 1 0,7-1 0</inkml:trace>
  <inkml:trace contextRef="#ctx0" brushRef="#br0" timeOffset="39149">21838 11381 24575,'34'-19'0,"-2"-2"0,7-8 0,-5-1 0,-16 11 0,-1-1 0,8-10 0,-5 2 0,-12 15 0,-4 8 0,-5 7 0,1 5 0,-1 9 0,0 16 0,0 3 0,1-10 0,0 1 0,4 17 0,-1-6 0,3-11 0,-4-14 0,1-7 0,-1-6 0,5-4 0,8-8 0,4-4 0,9-11 0,-5-2 0,3-5 0,-8 8 0,-6 8 0,-6 11 0,-4 6 0,-2 5 0,0 9 0,0 6 0,2 15 0,1-3 0,3 3 0,-1-12 0,-1-5 0,-2-9 0,0-2 0,3-14 0,6-8 0,9-19 0,-9 14 0,1 1 0</inkml:trace>
  <inkml:trace contextRef="#ctx0" brushRef="#br0" timeOffset="39554">22492 11180 24575,'23'34'0,"-1"4"0,-5-5 0,-1 9 0,-7 2 0,-5 1 0,-5-18 0,-3 0 0,-8 14 0,-8 2 0,0-17 0,-1-5 0,8-11 0,4-5 0,7-10 0,2 4 0,1-5 0</inkml:trace>
  <inkml:trace contextRef="#ctx0" brushRef="#br0" timeOffset="40151">22736 11109 24575,'27'2'0,"1"2"0,-2-1 0,-7 1 0,-11-2 0,-8 4 0,-8 5 0,-8 7 0,-12 9 0,2-4 0,-3 1 0,14-10 0,6-5 0,6-5 0,2 0 0,6 2 0,8 4 0,20 4 0,7-1 0,-15-6 0,0-1 0,9 0 0,-11-3 0,-19-4 0,-8 1 0,0-2 0,-1 2 0</inkml:trace>
  <inkml:trace contextRef="#ctx0" brushRef="#br0" timeOffset="41099">20890 11700 24575,'31'-2'0,"1"0"0,9 3 0,7 1 0,3-1 0,-10-1 0,2-1 0,2 1 0,2-1 0,3 2-410,-8 0 0,2 1 1,1 0-1,2 1 1,1 0-1,0 0 0,1 0 1,0 0 81,-5 0 0,1-1 0,1 0 1,0 1-1,1-1 0,0 1 1,-1 0-1,1-1 0,-1 1 1,-1 0-38,3 0 1,1 1 0,-1-1 0,-1 1 0,1-1 0,-1 1 0,0 0 0,0 0 0,-1-1-46,4 1 0,0 0 1,0 0-1,0 0 1,-2 0-1,-1 0 0,-2 0 1,-3-1 582,6 0 0,-2 0 0,-3 0 1,-3 0-1,-4-1-173,3 0 0,-5 0 0,-4 0 0,16-1 0,-44-1 0</inkml:trace>
  <inkml:trace contextRef="#ctx0" brushRef="#br0" timeOffset="53865">21409 11991 24575,'8'-4'0,"15"-1"0,12 4 0,-8 2 0,0 1 0,15 3 0,-10 1 0,-22-2 0,-10-2 0,1-2 0,-5 3 0,-6 5 0,-5 6 0,-14 7 0,2 0 0,-6 4 0,10-6 0,4 1 0,9-8 0,3-3 0,6-5 0,1-2 0,2 0 0,4-1 0,4 1 0,2-2 0,-1 1 0,-1-3 0,-2 2 0,2-4 0,1 0 0,-4 1 0,-1 1 0</inkml:trace>
  <inkml:trace contextRef="#ctx0" brushRef="#br0" timeOffset="54892">21799 11976 24575,'-12'23'0,"-1"3"0,-3 11 0,5-3 0,4 2 0,4-10 0,4-4 0,2-8 0,3-4 0,6-5 0,6-2 0,5-3 0,-2-3 0,-1-3 0,-8-2 0,0-5 0,-6 0 0,-1 0 0,-4-1 0,-2 5 0,-1 0 0,-2 4 0,-1 1 0,-1 2 0,3 0 0,1 2 0,12-2 0,11-1 0,24-2 0,-18 1 0,0 0 0,0-1 0,-1 0 0,7-1 0,-18 2 0</inkml:trace>
  <inkml:trace contextRef="#ctx0" brushRef="#br0" timeOffset="55914">22269 11920 24575,'3'7'0,"0"2"0,0 1 0,-1 2 0,-2-3 0,-1-2 0,0-3 0,-1-1 0,0-2 0,0 2 0,0-1 0,0 2 0,1-2 0,-1 1 0,2-1 0,-1 1 0,1-1 0,0 0 0,0 1 0,0-1 0,0 2 0,0-1 0,1 2 0,1-2 0,2 2 0,5 0 0,8 1 0,10 2 0,2-1 0,0-2 0,-13-3 0,-7-1 0,-8-1 0,-3-2 0,1 1 0</inkml:trace>
  <inkml:trace contextRef="#ctx0" brushRef="#br0" timeOffset="56824">21151 12351 24575,'36'-1'0,"9"0"0,10 0 0,-12-1 0,4 0 0,4 0 0,2-1-547,-7 1 1,2 0 0,1 0 0,2 0 0,0 0 0,0 0 77,-3 1 1,0-1 0,1 1 0,0-1 0,1 1 0,1 0 0,1 0 140,-9 1 0,1-1 0,1 1 1,2 0-1,-1 0 0,1 0 1,-1 0-1,0 0 0,-2 0 1,0 1-83,3-1 0,-1 1 1,-1-1-1,-1 1 1,1 0-1,-1 0 0,1 0 1,1 0 253,4 0 0,0 0 0,1 0 0,1 0 1,-1 0-1,-1 0 0,-1 0 0,-2 0 156,4 0 0,0-1 0,-1 1 0,-2-1 0,-2 1 0,-2-1-144,6 0 1,-3 0-1,-3-1 1,-1 1 143,3-1 0,-2 1 0,-8-1 2749,-3 1-2749,-27 0 0,-6 1 0,-1-1 0</inkml:trace>
  <inkml:trace contextRef="#ctx0" brushRef="#br0" timeOffset="58522">21625 12828 24575,'-9'17'0,"-1"4"0,-10 19 0,6 4 0,2 3 0,9-6 0,6-15 0,4-5 0,0-12 0,1-3 0,-1-6 0,-4 0 0,7-8 0,1-4 0,9-11 0,-3-4 0,0-8 0,-7 4 0,-7-3 0,-13 1 0,-8 0 0,-14 1 0,5 10 0,3 6 0,14 11 0,10 4 0,6 2 0,5 0 0,8-1 0,22 0 0,-12 1 0,3 0-561,1-1 1,3 1 0,0 0 560,-1-1 0,-1 0 0,1 1 0,5 0 0,2 0 0,-5 1 0,-6-2 0,-4 0 0,16 3 0</inkml:trace>
  <inkml:trace contextRef="#ctx0" brushRef="#br0" timeOffset="59052">22451 12493 24575,'-12'30'0,"-6"10"0,-1-1 0,-3 4-1639,0-1 1,-2 2 1386,4-5 0,-2 4 0,1-3 252,4-8 0,0-1 0,0 0-19,-1 5 1,-1 0-1,2-1 19,-1 2 0,0-3 469,3-5 1,2-2-470,-5 8 0,11-21 0,3-6 2008,4-8-2008,13-15 285,0-2 1,2-1-1,-6 6 1</inkml:trace>
  <inkml:trace contextRef="#ctx0" brushRef="#br0" timeOffset="59771">22396 12870 24575,'4'14'0,"2"7"0,7 15 0,4 5 0,0-2 0,-2-7 0,-7-14 0,-2-6 0,-4-8 0,-1-2 0,3-7 0,6-11 0,1-5 0,2-3 0,1-4 0,0-3-467,3-12 1,0-1 466,-2 5 0,-2 3 0,-4 3 0,0 2 0,5-12 0,-8 23 0,-1 6 0,-2 8 0,0 2 0,3 1 933,10-3-933,26-4 0,-13 5 0,3 1-519,14-1 0,2 1 519,-7 1 0,-1 2 0,1-1 0,-3 0 0,3 2 0,-18-2 0,-16 3 0,-6-2 0,-2 2 0,-4 0 0,3-1 0,-3 2 0</inkml:trace>
  <inkml:trace contextRef="#ctx0" brushRef="#br0" timeOffset="60683">22699 12892 24575,'9'-1'0,"6"-1"0,9 1 0,2 1 0,2-1 0,-8 1 0,-5 1 0,-4-1 0,-4 1 0,-3 1 0,-4-2 0,-1 4 0,-5 6 0,-2 3 0,-8 10 0,0-1 0,-5 8 0,2-3 0,2-1 0,5-6 0,6-9 0,4-5 0,4-4 0,13-2 0,19 0 0,7-1 0,6 0 0,-19 0 0,-13 0 0,-5-10 0,8-13 0,-8 7 0,6-4 0</inkml:trace>
  <inkml:trace contextRef="#ctx0" brushRef="#br0" timeOffset="61464">23097 12942 24575,'-2'11'0,"1"11"0,-2 10 0,1-5 0,0 2 0,1-3 0,1 0 0,-2 5 0,1 0 0,0 11 0,0-10 0,1-16 0,0-11 0,0-6 0,12-19 0,2-1 0,1-2 0,-5 8 0</inkml:trace>
  <inkml:trace contextRef="#ctx0" brushRef="#br0" timeOffset="61864">23263 13043 24575,'-5'17'0,"0"6"0,2 4 0,-1 10 0,3-5 0,0 1 0,0-11 0,1-5 0,-1-9 0,1-4 0,0-4 0,-1-11 0,1 7 0,0-7 0</inkml:trace>
  <inkml:trace contextRef="#ctx0" brushRef="#br0" timeOffset="62280">23056 12986 24575,'12'0'0,"18"0"0,13-2 0,-11 1 0,1 0 0,-4 0 0,-1-1 0,-1 1 0,-3 0 0,2-1 0,-11 2 0,-10-1 0,-5 0 0,0 1 0</inkml:trace>
  <inkml:trace contextRef="#ctx0" brushRef="#br0" timeOffset="64128">25411 12972 24575,'-10'-1'0,"-9"-1"0,-19 7 0,-10 5 0,8 2 0,-1 5-981,-2 5 0,0 2 981,14-6 0,0 0 0,1 2 0,1 2 0,0 2 0,4 0 225,1 2 1,3 1-226,4 0 0,3 0 0,2 7 0,13-5 0,3-13 0,12 1 1488,13-10-1488,12-2 0,-10-7 0,3-2-537,-2-2 1,1-2 536,11-7 0,1-4 0,-11 2 0,0-4 0,-7 1 0,1-2 0,-3-3-486,-4 0 0,-3-2 0,0-1 486,1-2 0,-2-1 0,-1-2-598,-3-8 0,-2-2 1,-3 0 597,-3 7 0,-3 1 0,0-1 0,-2-5 0,-2 0 0,-2 2-101,-2-5 0,-2 5 101,0 8 0,0 3 901,-4-2-901,6 20 1369,2 9-1369,-2 7 2023,-11 16-2023,-6 14 0,4-3 0,0 4-698,-1 9 1,2 2 697,5-14 0,2 0 0,0 2 0,2 4 0,2 1 0,1-1 0,1 6 0,2-2-83,3 1 0,2-5 83,3 7 0,-2-17 0,-3-19 0,-1-9 0,2-6 1636,13-16-1636,7-7 0,-4 6 0,-3 3 0</inkml:trace>
  <inkml:trace contextRef="#ctx0" brushRef="#br0" timeOffset="64564">25674 12890 24575,'3'10'0,"3"6"0,10 15 0,5 6 0,-4-10 0,1-1 0,0-2 0,2-1 0,2 3 0,0-1 0,12 8 0,-11-10 0,-13-15 0,-8-12 0,-2-11 0,-1-19 0,1 16 0,-1-7 0</inkml:trace>
  <inkml:trace contextRef="#ctx0" brushRef="#br0" timeOffset="64892">25872 12875 24575,'-27'22'0,"5"-3"0,-2 2 0,-4 6 0,-2 4-1093,1-2 1,-2 3 0,0 0 674,3-2 1,0 1 0,0 0 417,2-2 0,-1 1 0,1-1 0,1 0 0,-2 3 0,2-2 0,0 1 0,1 1 0,0-1 0,4-2 693,1-1 0,4-2-693,-4 8 737,24-26-737,12-12 0,-4 2 0,1-2 0</inkml:trace>
  <inkml:trace contextRef="#ctx0" brushRef="#br0" timeOffset="65914">18381 15222 24575,'6'1'0,"2"0"0,6 1 0,0 0 0,5 0 0,-2-1 0,5 0 0,6-2 0,3 1 0,8-3 0,-11 1 0,-8 0 0,-12 2 0</inkml:trace>
  <inkml:trace contextRef="#ctx0" brushRef="#br0" timeOffset="66961">19445 15202 24575,'-17'16'0,"-12"11"0,12-10 0,-2 1 0,-11 9 0,-2-1-1023,2-2 0,-1-1 1023,-9 3 0,-2-3 0,2-6 0,-1-3-1639,2-3 1,0-4-1,-1-4 1,2-4 1280,10-3 1,2-1 2186,-18-9-1829,24 1 0,13-7 0,16-8 702,4-3-702,14-4 3276,-4 14 0,3 5-3044,-8 10-232,-2 3 0,-4 6 0,10 8 0,16 21 0,-14-9 0,2 4-409,-3-4 1,2 3 0,-2-1 408,6 8 0,-1-1 0,3 3 0,-1-3 0,-11-12 0,-1-2 0,21 10 0,-10-17 0,0-7 0,5-10 0,6-16 1225,-10-2-1225,-12 5 0,-3-1 0,-5-11 0,-5-7 0,-12 9 0,0 6 0,-4 9 0,4 11 0,1 2 0,0 1 0,-4 0 0,4 0 0,1 0 0,5 0 0,2 0 0</inkml:trace>
  <inkml:trace contextRef="#ctx0" brushRef="#br0" timeOffset="68141">19222 11887 24575,'-12'14'0,"-4"4"0,-13 10 0,-1-1 0,7-12 0,-3-1 0,-3-2 0,-2-2-857,-5 0 0,-3-3 857,5-3 0,-3-2 0,2-1 0,-8 1 0,1-2 207,-1-3 0,4 0-207,3-2 0,21 1 0,16-2 0,5-3 0,5-7 1300,2 1-1300,2 2 0,-1 6 0,-3 3 0,1 4 0,5 6 0,12 9 0,5 11 0,-9-4 0,-1 1 0,-4-3 0,-1 0 0,1 3 0,0-2 0,4 5 0,-4-8 0,-4-9 0,0-3 0,6-4 0,-2-1 0,5-4 0,-6-2 0,2-7 0,-6-5 0,-1-8 0,-6-7 0,-4 3 0,-2 2 0,-2 12 0,-1 8 0,-2 6 0,-5 1 0,-12-2 0,-4 1 0,6 0 0,4 1 0</inkml:trace>
  <inkml:trace contextRef="#ctx0" brushRef="#br0" timeOffset="69041">26615 13221 24575,'11'-1'0,"9"0"0,8-2 0,7 2 0,-9-1 0,-5 1 0,-12 1 0,-6-1 0</inkml:trace>
  <inkml:trace contextRef="#ctx0" brushRef="#br0" timeOffset="69424">26513 13435 24575,'17'0'0,"10"0"0,6 0 0,2 0 0,-9 0 0,-13 0 0,-8-1 0,-3-2 0,-1 1 0,1 0 0</inkml:trace>
  <inkml:trace contextRef="#ctx0" brushRef="#br0" timeOffset="69964">27833 12614 24575,'2'17'0,"0"18"0,0 9 0,0 7-1093,-1-9 1,0 3 0,1 3 436,0-4 1,0 2-1,1 3 1,0 1 0,0-2 366,0-1 1,0 1 0,0-1 0,0 0 0,0 0 288,0-1 0,0 0 0,0 0 0,0-1 0,0-3 0,1 3 0,-1-2 0,0-2 0,-1-3 1076,0 7 0,0-5-1076,-2-11 0,1-4 1282,-1-3-1282,0-12 0,0-13 0,0-12 0,0 7 0,1-6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37:55.558"/>
    </inkml:context>
    <inkml:brush xml:id="br0">
      <inkml:brushProperty name="width" value="0.05292" units="cm"/>
      <inkml:brushProperty name="height" value="0.05292" units="cm"/>
    </inkml:brush>
  </inkml:definitions>
  <inkml:trace contextRef="#ctx0" brushRef="#br0">6479 6745 24575,'32'0'0,"2"-2"0,4 0 0,-5-1 0,2 1 0,6 0-547,0 1 1,6 0 0,3 0 0,3 0 0,0 1 0,-2-1 77,-9 0 1,-1 0 0,0 0 0,1 0 0,1 1 0,3-1 0,2 0 194,-5 1 1,2 0 0,2-1 0,2 1 0,1 0 0,2 0 0,-1-1 0,1 1 0,0 0 0,-1 0 0,-2 0 0,-1 0-55,3 0 0,-1 1 0,-1-1 1,-1 0-1,0 0 0,1 1 1,0-1-1,1 1 0,2-1 1,2 0 249,-11 1 0,1-1 0,2 0 0,1 0 0,0 0 0,1 1 0,1-1 0,0 0 0,0 0 1,0 1-1,-1-1 0,0 0 0,0 1 0,-2-1 0,0 1 0,-2 0 78,5-1 0,0 1 0,-2 0 0,0 1 0,-1-1 0,-1 0 0,1 0 0,-1 0 0,1 1 0,0-1 0,0 0 0,2 0-157,-1 1 1,0-1 0,1 0 0,1 0 0,-1 0 0,1 0 0,0 0 0,-1 0 0,1 0 0,-2 1 0,1-1 0,-1 0 0,-1 1 156,3-1 0,0 1 0,-1 0 0,0-1 0,0 1 0,0 0 0,-2 0 0,0 0 0,0 0 0,-2-1 0,-1 1 0,6-1 0,-2 1 0,-1-1 0,-1 0 0,0 0 0,-1 0 0,1 1 0,0-1 0,3 0 0,0 0 0,1 1 0,0-1 0,-1 0 0,-1 0 0,-4 0 0,-3 0 303,11 0 1,-5-1-1,-3 0 1,1 0-304,-3 0 0,1 0 0,-3 0 0,-5 0 1315,2 0 0,-7 1-1315,8-1 3276,-29 0-2619,-7 0 2619,-1-4-672,0 3-2604,-1-2 0,0 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38:32.931"/>
    </inkml:context>
    <inkml:brush xml:id="br0">
      <inkml:brushProperty name="width" value="0.05292" units="cm"/>
      <inkml:brushProperty name="height" value="0.05292" units="cm"/>
    </inkml:brush>
  </inkml:definitions>
  <inkml:trace contextRef="#ctx0" brushRef="#br0">17382 15955 24575,'-6'-10'0,"-3"-4"0,-3-3 0,-8-4-3277,1 3 0,-10-3 1328,-5 3 1949,-8-1 0,15 9 0,-1 2 0,3 0 0,0 1 0,-7 0 0,1 0 1719,-17-2-1719,19 5 0,-1 1 0,2 0 0,0 1 0,-2 0 0,-1 1 0,-4-1 0,0 2 0,5 1 0,0 1 0,-6 1 0,1 1 0,6 1 0,0 1 0,-4 2 0,0 2 0,3 2 0,2 3 0,0 0 0,2 3-163,-3 5 1,2 2 162,5-1 0,1 3 0,-5 11 0,1 1 1638,6-6 0,1 2 0,-2 9 0,3 2-1615,7-14 1,1 2 0,2-1-435,-1 10 1,2 0 410,3 4 0,5-2 0,4-8 0,4-2 0,5-1 0,3-1 0,3 2 0,3-2 0,7 4 0,3-2 0,-5-6 0,3-1-391,-6-7 1,3 0 0,-1-1 390,7 2 0,1-2 0,-5-4 0,2 0 0,-1-2 0,9 1 0,1-2 0,-8-3 0,2-1 0,-1-1 0,9-1 0,1-2 0,-9-3 0,2 0 0,-1-2 0,-3-2 0,0-2 0,0-1 0,1 0 0,1-1 0,0-1-392,3-4 1,1-3-1,-2 0 392,-6 1 0,-1 0 0,0-2 0,7-4 0,0-2 0,-3 0 0,5-6 0,-4-2 0,-9 6 0,-2-1 0,-2-1 0,2-9 0,-6-1-71,-3 2 1,-4-3 70,-9-4 0,-6-1 0,-7 4 0,-6 0 0,-2 5 0,-3-2 0,-2 2-70,1 5 1,0 1 0,-2 0 69,-3-1 0,-1 0 0,2 3 0,-1 1 0,2 4 1579,-11-7-1579,24 18 0,7 7 0,5 2 933,0 0-933,1 1 0,-1-1 0,1 0 0</inkml:trace>
  <inkml:trace contextRef="#ctx0" brushRef="#br0" timeOffset="821">17743 16181 24575,'23'-2'0,"0"-1"0,4 0 0,8-1 0,4 0-1093,3-1 1,5 0 0,0 1 342,1-1 0,1 1 1,3-1 186,-12 2 1,2 0 0,1-1 0,0 1 0,-1 0 562,7-1 0,-2 1 0,1-1 0,1 0 0,-2 1 0,1-1 0,1 0 0,0 0 0,-2 1 0,-5 1 0,-1 0 0,0 0 0,-1 0 0,0 0 0,9-1 0,-1-1 0,1 1 0,-1 0-45,-2 1 0,0 0 0,-1 1 0,-2 0 45,-1-1 0,-3 0 0,1 0-265,4 0 0,2-1 0,-4 1 265,0 0 0,-3 0 852,4 0 1,-4-1-853,-11 2 0,-3 0 3276,18-2-3145,-13 2 2421,-15 0-2552,-6 1 1340,-6 0-1340,-3-1 77,-6 1 0,5-1 0,-5 1 0</inkml:trace>
  <inkml:trace contextRef="#ctx0" brushRef="#br0" timeOffset="1848">15818 16010 24575,'-10'0'0,"-9"0"0,-23-1 0,15 0 0,-3 1 0,-15-1 0,-4 1-1504,0-2 0,-2 1 1504,6 0 0,-3 1 0,0-1-605,-1 0 1,1 0 0,-1 0 604,0 0 0,-1 1 0,0 0 0,10-1 0,-1 1 0,1 0 0,1 0 0,-1 0 0,1 1 0,-1-1-609,-9 1 0,-2 0 1,2 0 608,10 0 0,1 1 0,-2-1 0,-6 2 0,-1 0 0,1 0-319,7 0 0,2 0 1,0 0 318,-13 2 0,2 1 665,6-1 1,2 0-666,12-3 0,0 1 1143,0 0 1,2-1-1144,-9 1 2178,4-2-2178,15 0 1386,6-1-1386,5 0 105,3 1 0,2-1 0,-1 0 1</inkml:trace>
  <inkml:trace contextRef="#ctx0" brushRef="#br0" timeOffset="2577">13946 15915 24575,'-11'11'0,"-7"3"0,-9 5 0,6-5 0,-1 0 0,0-2 0,-1 0 0,-6 3 0,2 0 0,-11 3 0,8-4 0,20-9 0,7-2 0,6-1 0,13 4 0,13 5 0,-2-3 0,1 1 0,1 0 0,0 1 0,6 0 0,-1 0 0,-9-2 0,-2 0 0,17 3 0,-21-5 0,-8-3 0,-9-3 0,-1 0 0</inkml:trace>
  <inkml:trace contextRef="#ctx0" brushRef="#br0" timeOffset="4804">19839 15912 24575,'6'2'0,"1"1"0,4 0 0,2 0 0,6 2 0,-2 0 0,4 1 0,-1 0 0,0-2 0,1 1 0,-3-1 0,3 0 0,-5-2 0,0 2 0,-3-2 0,-2 1 0,0-2 0,-2 1 0,1 0 0,-2 0 0,3-1 0,-2 1 0,3-1 0,-2 1 0,-3 0 0,0-1 0,-4 0 0,0-1 0,-2 0 0,-4 5 0,-9 11 0,-11 13 0,0 2 0,-2 4-1179,0 2 0,0 2 1179,-1-1 0,-1 3 0,1-1 0,4-6 0,2 0 0,0-1-103,1-1 1,0-1 0,2-3 102,0 1 0,3-4 0,4-6 0,7-13 0,3-7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41:08.693"/>
    </inkml:context>
    <inkml:brush xml:id="br0">
      <inkml:brushProperty name="width" value="0.05292" units="cm"/>
      <inkml:brushProperty name="height" value="0.05292" units="cm"/>
    </inkml:brush>
  </inkml:definitions>
  <inkml:trace contextRef="#ctx0" brushRef="#br0">19151 16805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41:25.760"/>
    </inkml:context>
    <inkml:brush xml:id="br0">
      <inkml:brushProperty name="width" value="0.05292" units="cm"/>
      <inkml:brushProperty name="height" value="0.05292" units="cm"/>
    </inkml:brush>
  </inkml:definitions>
  <inkml:trace contextRef="#ctx0" brushRef="#br0">20643 15414 24575,'-12'-5'0,"-17"-4"0,-10-3 0,4 5 0,-3 0-957,5 1 1,-2 2 956,-12 0 0,-1 1 0,9 3 0,-1 1 0,6 1 0,-2 1 0,1 1-415,2 2 1,0 0-1,0 2 415,-1 0 0,-1 1 0,0 2 0,-1 2 0,0 3 0,1 0 0,-9 6 0,1 2 0,11-2 0,1 1 0,1 1 0,-7 7 0,2 3 0,12-7 0,0 2 0,2 0 0,-5 12 0,4 0 0,5 0 0,4 1 24,3 1 1,4-1-25,4-5 0,4-1 0,2 6 0,3 0 0,1-7 0,2 0 0,4 4 0,2-1 0,2-4 0,2-1 0,0-3 0,3-1 0,7 4 0,2-2 0,0-7 0,3-2-491,-3-4 0,2 0 0,1-2 491,-3-3 0,-1-2 0,3 0 0,9 0 0,3-1 0,-1-1-372,-2-3 1,0-1 0,0-1 371,1-1 0,0 0 0,0-2 0,5-1 0,1-1 0,-3 0 0,-9-1 0,-2-1 0,2 0 0,5-2 0,2-1 0,-3-1 44,4-3 1,-2-1-45,-9 0 0,-1-2 0,-1 0 0,3-4 0,-3-3 0,7-9 0,-4-5 0,-7-4 0,-6-3 0,-8 11 0,-2-2 0,-3-2-339,-2-9 1,-4-2-1,-3 0 339,-3 7 0,-2 0 0,-3 0 0,-5-8 0,-2-1 0,-2 4 0,-5-3 0,-3 4 447,-4-1 0,-1 6-447,9 15 0,1 3 1909,-12-9-1909,13 16 1216,11 7-1216,2 4 2075,4 1-2075,-1 1 528,-6-1-528,-2 1 0,2-1 0,1-2 0</inkml:trace>
  <inkml:trace contextRef="#ctx0" brushRef="#br0" timeOffset="2016">14170 15605 24575,'-24'-22'0,"-9"-3"0,3 5 0,-7-1 0,-1 4 0,-4-1 0,2 2 0,7 2 0,1 1 0,-2 0-1010,-9-1 0,-2 0 1,4 2 1009,3 4 0,4 1 0,3 2 0,1 0 478,-1 2 0,2 1-478,-9 0 498,-6 1-498,14 1 0,-4 2 0,1 3 1575,-1 1-1575,-6 6 0,5-1 0,-10 7 0,7-1 0,14-5 0,0 0 0,1 1 0,1 0 0,-20 14 0,21-13 0,1 2 0,-8 7 0,-2 8 0,10-6 0,6 0 0,0 2 0,-1 8 0,3-6 0,1 0 0,3 6 0,-1 12 0,6-11 0,1 9 0,1-12 0,2 5 0,1-7 0,0-2 0,3-2 0,2-6 0,2 5 0,1-3 0,3 5 0,2-2 0,1-1 0,3 1 0,1-2 0,7 4 0,1-2 0,11 2 0,1-2 0,-9-9 0,1-1 0,-9-4 0,0-1 0,7 2 0,-2 0 0,5-1 0,3 0 0,-7-5 0,6-2 0,-2-2 0,3-3 0,11-6 0,-23 1 0,1-2 0,12-4 0,0-1-374,-5 1 0,1 0 374,7-3 0,1 0 0,-7 4 0,-1 0 0,0 1 0,-2 1 0,1 0 0,-2 1 0,18-3 0,-22 4 0,0 0 0,16-4 0,4-3 0,-8-1-3277,-1 0 518,-3-4 2759,-8 2 0,3-7 0,-5-4 0,-3-2 0,0-5 0,-3-2 3276,-2-1 0,0 1-3044,0 3-232,-4 7 0,0-5 0,-3 3 0,-3-9 0,-5-4 0,-6-5 0,-1 17 0,-4-2-357,-2 4 1,-2-2 356,-9-8 0,-2 0 0,5 9 0,-2 1 0,-2 0 0,1 1 0,-5-2 0,10 11 0,8 9 0,7 5 0,2 2 0</inkml:trace>
  <inkml:trace contextRef="#ctx0" brushRef="#br0" timeOffset="17889">19631 5609 24575,'12'0'0,"3"0"0,21-1 0,-7 0 0,3-1 0,4 0 0,3 0-689,-3-1 0,3 0 0,-2-1 689,11 0 0,-1 0 0,-9-1 0,2-1 0,-3 1 0,6-1 0,-1-1-119,3-3 1,-2-2 118,-9 1 0,-1 0 0,-2-1 0,-2-2 0,2-2 0,-1-1 0,-5-1 0,0-1 0,7-7 0,1-2 0,-6 1 0,0-1 0,5-8 0,-1-1 0,-7 7 0,-2-1 0,2-5 0,0-2 0,-4 4 0,0 1 0,-2-1 0,-1 1 0,2-4 0,0 2 0,-3 5 0,-1 1 0,4-7 0,1 0 0,-1 6 0,0 0 0,5-6 0,1-2-564,2 3 0,3 0 564,0 0 0,2 0 0,-7 9 0,3 1 0,-1 1-548,-1 2 0,0 2 0,1-1 548,7-4 0,3 0 0,-2 1 0,-3 3 0,-1 2 0,1-1 0,8-3 0,2-1 0,-2 2 0,-8 4 0,-2 1 0,2 1 0,8-3 0,3 0 0,-2 1 0,-4 2 0,-1 1 0,0 1 0,6-1 0,0 0 0,1 1 0,2 0 0,0 0 0,0 2 0,-5 2 0,0 1 0,0 0 0,7-1 0,0 1 0,-1 0 0,-7 3 0,-2 1 0,1-1 0,6 1 0,0-1 0,-1 1 0,-3 2 0,0 0 0,-1 1 0,-2 0 0,-1 1 0,0 0 145,0 1 1,1 0 0,-3 1-146,6 1 0,-2 2 201,2 0 1,-2 1-202,-8 0 0,-3 1 0,3 1 0,-2 1 1075,14 8-1075,-18-6 0,-1 3 0,-2 2 0,0 2 0,1 1 0,-1 1 0,5 8 0,-2 2 313,-1-2 1,0 1-314,-3 0 0,1 2 0,0 0 0,7 10 0,0 2-491,-2-5 0,0 2 0,1-1 491,-2-2 0,1 0 0,-1-1 0,1 1 0,0 0 0,1 0 0,1 3 0,1 0 0,-1-2 0,-5-6 0,-1-1 0,1 1-404,4 5 1,1 0 0,-1-1 403,4 5 0,-2-1-278,-7-11 1,0 1 0,-1-3 277,4 4 0,-1-2 0,4 5 0,1-1 0,1-4 0,0-1 0,1 1 0,1-2 0,6 2 0,0-3 0,-7-5 0,0-1-1639,9 3 1,0-2 1215,-8-5 0,1-1 423,9 3 0,1-1 417,-1-2 1,0-2-418,2 0 0,1-1 0,3 0 0,-1-2 0,-12-2 0,-2-2 529,3-1 0,-3 0-529,5-1 703,-4-2-703,-17 0 3276,-6-1-160,-8 0-1932,-3 0-1184,-4-2 0,2 2 0,-1-1 0</inkml:trace>
  <inkml:trace contextRef="#ctx0" brushRef="#br0" timeOffset="18710">19056 5842 24575,'14'1'0,"10"2"0,3-1 0,5 0 0,-1 0 0,4 1 0,1 0-1093,8 1 1,4-1 0,1 0 366,-6-1 1,2 1 0,1-1-1,3 0 179,-6 1 1,2-1 0,1 0 0,1 1 0,1-1 0,-2 0 295,0 0 0,-1 0 0,0 0 0,1 0 0,1 0 1,4 0 69,-9-1 0,2 1 0,1-1 0,3 0 0,-1 1 0,2-1 0,-1 0 0,-1 0 0,0 1 0,-2-1 181,4 0 0,-1 1 0,-1-1 0,-1 1 0,1-1 0,0 1 0,2-1 0,3 0-213,-9 0 0,3 0 0,1-1 1,1 1-1,0-1 0,1 0 0,1 1 1,-1-1-1,-1 0 0,0 0 0,-2 0 1,-1 1 212,6-2 0,-2 1 0,-2 0 0,0 0 0,0-1 0,0 1 0,0-1 0,1 1 0,2-1-94,-5 1 0,1-1 1,0 1-1,1-1 1,0 0-1,0 0 0,1 1 1,-1-1-1,1 0 1,-1 0-1,1 0 94,0 0 0,0 0 0,1 0 0,0-1 0,-1 1 0,1 0 0,0-1 0,-1 1 0,1 0 0,-2 0 0,1-1-3,0 1 0,0 0 0,-2 0 0,1-1 0,0 1 0,-1 0 0,1 0 0,1 0 0,1 0 0,1 0 3,-5 0 0,1 1 0,1-1 0,1 0 0,1 1 0,-1-1 0,1 1 0,0-1 0,-1 1 0,0 0 0,-2-1 0,0 1 0,-3-1 0,9 1 0,-3-1 0,0 1 0,-1 0 0,-1-1 0,-1 1 0,1 0 0,0-1 0,0 1 0,2 0 0,0 0 0,0 0 0,1 0 0,-1 0 0,-1 0 0,0 0 0,-1 0 0,-2 0 59,5 0 1,-1 0-1,-1 0 1,-1 0-1,-1 0 1,-2 0 0,0 0-60,4 0 0,-3 0 0,0 0 0,-1 0 0,0 0 290,-1 0 1,2 0-1,-2 0 1,-2-1 0,-4 1-291,0 0 0,-4 0 0,-2 0 1477,11-1 1,-6 0-1478,-7 1 3276,-13-1-2134,-15 1 2134,-3-1-2904,-11-3 1,7 2 0,-5-2 0</inkml:trace>
  <inkml:trace contextRef="#ctx0" brushRef="#br0" timeOffset="19407">24382 4944 24575,'0'7'0,"1"12"0,0 15 0,-1 0 0,1 4-1639,0 4 1,1 3 1407,1-1 0,0 4 0,1-1-590,0-2 0,1-2 1,1 3 820,0-2 0,0 1 0,0 1 0,1-2 0,-1-3 0,1-1 0,0 0 0,-1-1 0,2 10 0,-1-1 0,0-2 290,-1-6 0,0-1 0,-2-5-290,0-2 0,-1-4 0,-1 13 0,-1-25 0,-1-8 0,0-7 0</inkml:trace>
  <inkml:trace contextRef="#ctx0" brushRef="#br0" timeOffset="20443">24352 6454 24575,'13'-3'0,"14"0"0,10-2 0,-10 3 0,2 0 0,20 1 0,-1 2 0,-22 4 0,-11-1 0,-7 7 0,-6 5 0,0 15 0,-2 0 0,-6 9 0,-2-11 0,-6-2 0,-4-6 0,1-4 0,-4 3 0,4-3 0,0 0 0,7-5 0,3-2 0,5-5 0,1 1 0,1-1 0,1 0 0,3 2 0,5-1 0,10 0 0,2-3 0,-1-1 0,-8-1 0,-6-3 0,1-5 0,-4 3 0,2-2 0</inkml:trace>
  <inkml:trace contextRef="#ctx0" brushRef="#br0" timeOffset="21017">24457 6651 24575,'19'0'0,"6"0"0,2 0 0,3-1 0,-12 1 0,-4 0 0,-10 0 0,-2 0 0,1-1 0,0 1 0,11-3 0,3 1 0,-3 0 0,-1 0 0</inkml:trace>
  <inkml:trace contextRef="#ctx0" brushRef="#br0" timeOffset="26790">21269 5704 24575,'27'-27'0,"-4"6"0,5-4 0,5-4 0,4-5 0,3-1-656,-10 10 1,2-1-1,1 0 1,1-1 0,0 0-1,2-3 1,1 0-1,0 0 1,1 0 0,0-1 246,-4 3 1,0 0-1,1-1 1,0 1 0,-2 0-1,-1 1 409,5-4 0,-1 1 0,-2 0 0,-1 0 326,-3 1 0,0-1 0,-3 1 0,-3 3-326,2-3 0,-5 3 1599,2-8-1599,-19 26 0,-5 11 0,-13 16 0,-10 9 0,-8 6-93,1-3 0,-4 3 1,-4 3 92,9-8 0,-3 2 0,-2 2 0,-1 1 0,0-1 0,1-1-547,2-2 1,0-1 0,1 0 0,-1-1 0,-1 2 0,0 0 521,2 0 0,-3 1 1,0 2-1,1-1 1,0-1-1,2-1 1,2-3 24,-5 5 0,2-3 0,2-1 0,2-1 0,-3 4 0,2-1 0,6-6 0,1 0 0,24-21 0,24-17 0,7-7 0,7-5 276,-5 3 0,4-1 1,2-3-277,-6 3 0,2-3 0,1-1 0,1-1 0,-1 0 26,1 2 0,-1-1 1,1 0-1,1-1 1,-1-2-27,-2 1 0,1-2 0,0-1 0,-1 0 0,0 0 0,-2 0 0,1-1 0,-1 1 0,-2-1 0,-1 0 0,-1 1-319,3-4 1,-2 0 0,-2 0 0,-3 2 318,-3-3 0,-3 1 0,-4 5 0,-6 5 0,-3 3 0,-5-8 2729,-7 22-2729,-13 5 0,-18 7 0,-3 5 0,-8 6 621,3 2 1,-3 3 0,-2 2-622,9-3 0,-1 1 0,-1 1 0,0 1 0,6-2 0,0 1 0,0 1 0,0 0 0,1 1 0,-2 0 0,1 2 0,0 0 0,0-1 0,2 1 0,-1 1 0,2-1 0,0 1 0,-1 0 0,-4 4 0,-1 2 0,2-2 0,3-1 362,4-2 1,4-2 0,0 0-363,-9 9 0,5-4 0,7-4 0,13-12 0,13-10 0,13-6 0,17-11 0,7-6 116,-9 3 0,2-3 0,3 0-116,1-2 0,4-2 0,0-2 0,0 1-747,-2 1 1,-1-1-1,0 0 1,1-3 746,-3 2 0,0-1 0,1-2 0,-2 1 0,-1 1 0,-1 1 0,-1 0 0,-2 0 0,0-1-311,2-5 0,0-2 0,-3 1 0,-3 3 311,2-9 0,-5 4 0,-7 5 0,-5 4 0,-7 2 2369,-11 16-2369,-21 8 0,-9 6 0,-6 3 384,8 1 0,-2 1 1,-3 1-385,0 1 0,-2 2 0,-3 1 0,0 1-563,2 2 0,-1 2 0,-1 0 0,0 2 0,2-1 563,1-1 0,2 0 0,-1 1 0,1-1 0,0 2 0,-3 2 0,-1 0 0,1 1 0,1-1 0,2 1-446,-3 3 1,2 0 0,2 0 0,3-1 445,-1 1 0,4-1 0,1 0-59,3 0 1,2-1 0,4-2 58,-5 14 2028,14-13-2028,13-16 3276,14-6-2108,32-4-1168,-4-5 0,9-2 0,2-2-820,-8 3 1,1-1 0,2-1 0,5-1 753,-13 1 0,3 0 0,2-2 0,2 0 0,0 0 1,0-1-1,-1 0 0,-2 1-403,2-1 1,-2 1 0,-1-1 0,0 0 0,1-1 0,0 0 0,3-1 349,-4 1 0,2-2 1,2 0-1,0 0 0,0-1 1,0 0-1,-1 0 0,-3 1 1,-1 0-217,4-2 1,-2 1 0,-1 0-1,-2 0 1,0 0 0,0 0 334,6-4 0,1-1 0,-1 1 0,-4 1 0,-5 3 0,9-5 0,-10 6 0,-7 3 0,-46 25 0,-15 8 0,6-2 0,-4 1 0,-4 4 61,5-3 0,-5 2 1,-2 2-1,-1 0 0,0 1 1,1-1-62,1-1 0,0 0 0,0-1 0,0 1 0,-1 1 0,0 0 0,2 0 0,-2 1 0,0 1 0,0 0 0,1 0 0,0 0 0,2-2 379,-7 7 1,0 0 0,2-1 0,3-1 0,1-1-380,-5 7 0,4-1 0,3-2 879,5-6 0,3 0 0,5-5-879,1 3 0,26-21 0,23-10 0,10-6 0,0 3 0,7-3 83,-9 2 1,6-2 0,3-1 0,1 0 0,-2 0-84,-4 1 0,-1 0 0,1 0 0,1-1 0,3 0-314,-7 1 0,2 0 0,2-2 0,1 1 0,1-1 0,-1 1 0,-1 0 0,-2 1 314,6-2 0,-1 0 0,-1 1 0,-1 1 0,1-1 0,0-1 0,-3 2 0,1 0 0,0-1 0,0 0 0,-1 1 0,-3 0 0,-3 2 0,5 0 0,-3 0 0,-4 1 0,-1 1 0,21-6 0,-14 6 0,-30 10 0,-42 23 0,-3 0 0,-7 4 383,6-3 0,-2 2 0,-2 2-383,8-7 0,-2 1 0,-1 1 0,1 0 0,2 0 0,0 0 0,2 0 0,1-1 0,0 0 1092,-8 7 0,0-1 0,7-3-151,10-6 0,4-4-941,3-3 0,19-13 0,30-15 0,-9 3 0,5-2-598,4-2 1,3-1-1,0 0 598,-3 1 0,0-1 0,1 1 0,-1 1 0,3 0 0,-1 1 0,-2 1 0,-3 1 0,-2 2 0,1 0 1072,1 0 1,1 1-1,-4 3-1072,13 0 405,-19 7-405,-17 12 0,-5 17 0,0 2 0,-1 3-565,1 3 0,0 2 565,1-5 0,0 1 0,1-2 0,3 9 0,2-4 1050,-1-6 1,3-3-1051,16 5 0,9-30 0,-2-13 0,4-6-1052,4-3 0,1-4 1052,-3-5 0,2-3 0,-2-3-907,-5 3 1,-1-2 0,-1-4 906,-6 1 0,1-2 0,-2-3 0,-3-1 0,-4 0 0,-3-2 0,-2-1 0,0 0 0,-2 0 0,0-1 0,-2-1 0,-2-1 0,-4-4 0,-2-1 0,-1 0 0,-3 2 0,-1 9 0,0 1 0,-3 1 0,-1 0 0,-2-4 0,-2 1 0,-2 0 0,-2 3-162,-3 1 0,-1 2 1,-5 3 161,-4-2 0,-4 2 0,-2 5 0,5 7 0,-2 4 0,-2 2 0,-2 2 0,-3 2 0,-1 1 0,-1 4-732,-4 2 1,-1 3 0,0 2 0,-2 2 731,5-1 0,-1 2 0,-1 0 0,0 2 0,-1 1-363,-3 3 0,0 2 1,-1 1-1,1 1 0,0 2 363,1 1 0,1 1 0,0 2 0,1 0 0,1 0 0,5-2 0,0 1 0,2 0 0,0 0 0,1 2 64,1 0 1,0 2 0,2 1 0,1-1-1,3-2-64,-4 5 0,5-1 0,1 0 453,-6 15 0,7-3-453,6 1 2768,10-16-2768,13-16 0,28-13 0,9-7 0,8-4 513,-12 4 0,3-3 0,1-1-513,2-3 0,4-1 0,-1-3 0,-2 1 0,-9 3 0,-1 0 0,-1-1 0,-1-2 203,2-1 1,0-2 0,-1 0 0,-5 1-204,7-9 0,-7 0 52,-7 4 1,-6 1-53,-11-1 0,-20 10 0,-13 10 0,-10 4 0,3 3 0,-4 2 0,-5 1-492,5 1 0,-5 0 0,-3 1 0,-1 1 0,-1 0 0,2 1 492,1 1 0,0 0 0,1 1 0,-1 1 0,-2 0 0,0 0-410,4 0 0,-1 0 1,-2 0-1,0 1 1,0 0-1,0 1 0,0 0 1,1 1 390,2 1 1,-1 1 0,1 0 0,0 1 0,0 0-1,1 0 1,1 1 0,1-1-395,-6 2 0,2 0 1,1 0-1,0 1 1,1 0-1,0 1 413,-2 1 0,-1 2 0,0 1 0,2-1 0,3 0 0,4-1-126,-8 5 1,5-1-1,4 0 126,-6 5 0,8-3 3124,13-5-3124,21-15 3276,15-8-1881,31-14-1395,-4-2 0,7-5 444,-14 6 1,3-1 0,0-1-1,1-1-444,0 0 0,0-1 0,0-1 0,2-1 0,-4 1 0,1-1 0,1-1 0,-2 1 0,-2 0 0,6-5 0,-3 0 0,-2-1 91,0 1 0,-2 0 0,-5 0-91,-7 0 0,-6 3 0,-1-8 0,-28 8 0,-24 10 0,1 10 0,-8 3 0,-2 1-820,9 1 1,-1 1 0,-2 1 0,-3 2 666,0 0 0,-3 3 0,-3 0 0,0 1 0,1 1 0,2-1-192,-1 2 0,3-1 0,0 2 1,-1 1-1,-1 2 345,4 0 0,-2 1 0,-1 2 0,-1 1 0,2 1 0,1-1 0,4 0 0,-2 2 0,2 0 0,3 0 0,-1 1 0,0 3-300,0 0 1,-1 2-1,-1 2 1,1 0-1,3 0 1,2-1 299,0 1 0,2 0 0,3 0 0,0 1-135,2 0 0,1 1 1,2 0-1,4-2 135,-2 9 0,7-3 2771,1 9-2771,16-10 0,32-19 0,2-7 0,11-5 46,-13-3 0,4-1 0,4-2 0,1-1 0,0 0-46,-2 0 0,1-1 0,0 0 0,1 0 0,1-1 0,1-1-242,-2 1 1,0 0 0,1-1 0,1 0 0,0 0 0,0-1 0,-1-1 241,3-1 0,1-1 0,1-1 0,-2 0 0,1 0 0,-3 0 0,-1 1 0,4-2 0,-1 0 0,-2 1 0,-1-1 0,0-2-163,2-1 1,1-2 0,-1-1 0,-2 1 0,-6 0 162,0-1 0,-4 0 0,-4-1-5,9-11 1,-8 0 4,-11-5 3276,-14 3-3263,-26 7-13,-18 9 0,4 10 0,-9 1 0,-1 4 214,7 1 1,-1 2-1,-3 2 1,-3 1-215,6 1 0,-4 1 0,-2 0 0,-2 2 0,1 1 0,0 0 0,1 0-453,-2 2 0,1 1 1,0 0-1,0 1 1,-1 2-1,-1 1 453,4 0 0,-2 1 0,-1 1 0,-1 1 0,1 0 0,1 1 0,2 0 0,3-1 0,0 2 0,1-1 0,3 1 0,0 1 0,1-1 0,1 1-216,-8 5 0,1 1 1,0 1-1,4-2 1,5-2 215,-10 10 0,9-3 0,11-9 0,7-5 0,12-7 3276,19-9-3196,12-6 0,10-4-80,-2-1 0,7-2 0,4-1 0,2-1 0,-1 0 0,-6 2 0,1 0 0,0 1 0,1-1 0,1-1 0,2 0 0,-3 0 0,1 0 0,2-1 0,1-1 0,0 1 0,-1 0 0,0-1 0,-1 1-432,2 0 1,-1-1-1,0 1 1,-1-1 0,0 1-1,0-1 1,-1 0 431,-1 0 0,0 0 0,0 0 0,-1 0 0,0-1 0,-2 1 0,-2 0-229,5-2 0,-2 1 0,-2-1 0,-1 1 1,-2 0 228,2 0 0,-2 0 0,-3 1 0,-6 2 0,9-8 0,-32 18 3276,-8 4-2582,-19 10-694,-5-1 0,-8 4 0,-1 0 0,-6 2 0,-3 2 0,0 0 274,7-3 1,0 2-1,-1 0 1,0 0-1,-2 1-274,1 0 0,-2 0 0,-1 1 0,0 0 0,2 1 0,0 0 0,-3 3 0,1 1 0,1 0 0,2 0 0,2-1 0,3-2 0,1-1 0,3 0 0,1 0 635,-2 2 1,2-1 0,7-4-636,5 1 0,35-20 0,19-10 0,9-3 0,-10 2 0,3-2 0,2 0-674,2 0 1,2-1 0,1-1-1,-2 1 674,-3 1 0,0-1 0,-1 2 0,0-1 0,-3 1 0,1 1 0,-2 0 0,-1 0 1092,2 1 0,-2 1 0,-3 1-715,-3 0 1,-3 0-378,4 2 0,-30 8 0,-4 11 0,-22 11 0,2-3 0,-7 3 0,-2 0-144,3-4 0,-2 0 0,-2 1 0,-2 0 144,0 1 0,-3 1 0,-1 1 0,1-1 0,2-1 0,-2 0 0,1-2 0,2 0 0,0 0 85,-6 3 0,2 0 0,7-4-85,-7 2 0,35-22 0,27-14 0,18-8 0,-11 6 0,3-1 0,4-1-786,1 0 0,3-1 0,2 0 0,0 1 786,2 0 0,0 0 0,2 2 0,2-1-130,-9 6 0,2-1 0,1 1 0,1 1 0,-1 0 0,-2 1 130,2 0 0,-1 1 0,0 1 0,0 0 0,2 1 0,6-1 0,2 1 0,1 0 0,-2 2 0,-5 0-244,4 1 1,-4 1 0,-2 1 243,-6 2 0,0 1 0,-7 2 0,4 11 0,-25 25 0,-7-12 0,-3 3 0,-7 17 0,-3 3 737,-2-5 1,-5-1-738,-1-6 0,-5-1 0,-2-3 0,-1-5 0,-3-4 0,-1-2 0,-2-1 0,-1-3 0,-2-3 0,-6-5 0,-2-5 0,3-2 0,-5-4 0,1-3 1638,-1-6 0,5-2-654,-1-8 105,22 0-1089,13-2 0,7 1 0,6-11 1841,13-6-1841,8 5 94,-8 15 1,2 2-95,12-2 0,4 8 0,-6 10 0,12 12 0,-5 7 0,-16-5 0,0 2 0,11 15 0,-14-7 0,-10-2 0,-25-6 0,-4-7 0,-7-2 0,-16 1 0,-10-2-656,14-4 1,-6 0-1,-3-2 1,-1 0 0,0-1 135,4-1 0,1 0 0,-2-1 1,0-1-1,-2 0 0,0 0 110,5 0 0,-1 0 1,-2 0-1,1 0 1,-1-1-1,0 0 0,1-1 1,2 0 210,-3-1 1,0-2 0,1 1 0,1-1-1,0 0 1,3 0 0,2 1 198,-13-3 0,3 1 0,4 0 0,2-1 0,1-2 0,3 0 0,12 1 0,13-2 0,28-9 0,19-5 0,1 6 0,6 1 1458,2 4 0,3 2-1458,-2 3 0,4 2 0,1 3 779,-10 5 0,1 1 0,1 2 0,0 1-779,2-1 0,0 2 0,1 1 0,1 2-650,-1 3 1,2 2-1,0 2 1,-1 0-1,-1 1 650,3 0 0,-2 0 0,-1 1 0,0 2 0,2 2 0,0 2 0,-1 1 0,-1 0-327,-6-1 1,0 2 0,-3-1 0,-2 0 326,-1 1 0,-3 0 0,-2 3 245,1 3 0,-2 3 1,-5 0-246,-5 1 0,-6 0 0,-3 3 0,-6 0 0,-12 1 0,-8-2 0,-5-4 0,-7-5 83,-8-5 0,-6-3 0,-1-3-83,2-5 0,-1-4 0,-1-3 0,2-2 0,-3-2 0,1-2 0,4 0 0,1-3 0,4 0 0,1-2 1579,-13-5 1,8-3-1580,10-5 1801,21-3-1801,15-1 0,16-13 0,4 14 0,6 0-164,1 2 1,3 3 163,-1 4 0,2 1 0,-1 2 0,6 2 0,0 3 0,4 1 0,-2 4 2788,6 2-2788,-8 6 0,-20 5 0,-3 11 5,-4 4-5,-1 6 0,-7-5 0,-1-6 1171,-3-10-1171,0-5 0,0-5 0,0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42:19.248"/>
    </inkml:context>
    <inkml:brush xml:id="br0">
      <inkml:brushProperty name="width" value="0.05292" units="cm"/>
      <inkml:brushProperty name="height" value="0.05292" units="cm"/>
    </inkml:brush>
  </inkml:definitions>
  <inkml:trace contextRef="#ctx0" brushRef="#br0">23143 13286 24575,'-7'7'0,"-2"2"0,-3-1 0,-8 9 0,0 4 0,-10 13 0,1 5 0,10-11 0,0 4-414,-2 2 1,1 1 413,2 1 0,1 1 0,-2 6 0,4 0 0,5-9 0,2 1 0,0 6 0,3-1-26,3-9 1,2-2 25,3 0 0,2-1 0,9 10 0,8-8 0,8-3 0,0-8 412,-8-7 1,2-2-413,18 5 0,-12-8 0,1-2 0,-5-1 0,1-2 0,6-2 0,-1-2 0,-4-1 0,-2-2 26,-1-2 1,-2-3-27,0-2 0,-3-3 0,11-17 0,-13 7 0,0-3 0,-5 2 0,0-2-320,2-10 1,-1-2 319,-5 6 0,-1 1 0,-1 1 0,-2 0 0,-2 4 0,-4 2 0,-7-10 0,-10-7 0,-9 10 0,6 12 0,-3 0 0,-3 1 0,-1 1 0,-1 2 0,-1 1 0,-1 1 0,1 2 0,-13-1 0,6 4 639,14 6-639,7 1 0,9 3 0,3-1 0,4 1 0,-1-1 0</inkml:trace>
  <inkml:trace contextRef="#ctx0" brushRef="#br0" timeOffset="504">24192 13850 24575,'11'-1'0,"-2"1"0</inkml:trace>
  <inkml:trace contextRef="#ctx0" brushRef="#br0" timeOffset="1538">24469 13256 24575,'10'-1'0,"4"0"0,17-1 0,8 2 0,-8-2 0,3 1-331,0 1 1,2-1 330,0 0 0,0 0 0,2 0 0,0 0 0,-10 0 0,-1 0 81,3 0 1,-2-1-82,10 0 0,-4-1 0,-15 3 0,-9-1 0,-5 1 498,-4 1-498,-1 4 0,0 11 0,0 26 0,0-12 0,-1 3-700,-2 3 0,0 4 0,-1 0 700,1-2 0,-2 0 0,0 2-639,0-2 0,-1 3 0,0 0 0,0-1 639,-2 7 0,0-1 0,-1-2 0,2-3 0,-1 0 0,1-3-81,-4 12 1,0-6 80,-1 1 0,3-14 0,6-21 1789,1-6-1789,1-11 704,-3 4 1,2-4 0,-2 5 0</inkml:trace>
  <inkml:trace contextRef="#ctx0" brushRef="#br0" timeOffset="8177">27824 13548 24575,'-6'7'0,"-5"7"0,-10 16 0,6-8 0,-1 3 0,-1 4 0,0 2 0,0 1-982,-3 12 1,0 2 981,5-10 0,1 2 0,2-2 0,2 3 0,4-1 236,0-4 1,3-3-237,5 7 0,2-13 0,6-13 0,18-12 0,10-8 0,5-4-778,-11 4 0,0-1 1,3-2 777,0-2 0,3-1 0,0-2 0,-3 2 0,1-2 0,-3 1 0,-1-2 231,2-3 0,-1-2 0,-5 1-231,-5-1 0,-4-1-11,-3-6 0,-4-1 11,-7 5 0,-4-2 0,-5-8 0,-4-1 0,-1 8 0,-2 1 0,-3 0 0,0 1 0,-9-2 2427,7 14-2427,4 9 699,5 5-699,2 3 26,3-2-26,1 4 0,0-3 0,1 1 0,1 0 0,-1-2 0,0 0 0</inkml:trace>
  <inkml:trace contextRef="#ctx0" brushRef="#br0" timeOffset="8526">28498 14044 24575,'13'-21'0,"-9"14"0,8-10 0</inkml:trace>
  <inkml:trace contextRef="#ctx0" brushRef="#br0" timeOffset="9325">28731 13422 24575,'5'-3'0,"5"-2"0,12-1 0,1 1 0,4 0 0,4 0 0,3 0-382,9 1 0,0 1 382,-8 2 0,-2 0 94,-5 3 0,-4 0-94,1 2 0,-17 2 0,-6 9 0,-7 5 0,-10 18 0,-7 3 0,3-15 0,-1 0 0,2-5 0,-1 0 576,-13 11-576,9-14 0,15-14 0,5-4 0,8-5 0,9 0 0,15 1 0,5 2 0,6 10 0,-11 4 0,-7 14 0,-13 10 0,-4 9 0,-5-17 0,-2-1 0,-7 11 0,-5-6 0,-8-20 0,-5-7 0,2-3 0,2-2 0,8-1 0,0 0 0,-3-3 0,9 3 0,-3-1 0</inkml:trace>
  <inkml:trace contextRef="#ctx0" brushRef="#br0" timeOffset="10662">5435 13755 24575,'-16'14'0,"-8"10"0,-6 14 0,11-6 0,1 3-810,3-2 0,3 2 810,0 8 0,4 0 0,5-11 0,4 0 0,5 0 0,7-1 0,8-4 0,5-3 0,3-1 0,5-2 0,-3-6 0,3-1 0,0-2 0,11 0 0,0-4 0,-12-2 0,2-2 0,-3-2 0,2-4 0,-3-2 262,-2-3 1,-3-4-263,3-19 0,-17 6 0,-3-4 0,-4-3 0,-4-1-296,-2-5 0,-4-1 296,-9-7 0,-5 2 0,0 8 0,-3 2-423,-1 4 0,-2 1 0,-1 2 423,-8-3 0,-2 4 0,6 5 0,-3 2 0,2 2 0,-6-1 0,1 5 368,4 2 1,2 3-369,-9 5 0,19 7 0,6 5 836,5-1-836,3 0 0,5-4 0,5 1 0,-3-4 0,4 0 0</inkml:trace>
  <inkml:trace contextRef="#ctx0" brushRef="#br0" timeOffset="11090">6023 13864 24575,'24'-18'0,"-10"8"0,-3 2 0</inkml:trace>
  <inkml:trace contextRef="#ctx0" brushRef="#br0" timeOffset="12091">6510 13393 24575,'8'-9'0,"11"-4"0,9-2 0,-2 5 0,1-1 0,0 3 0,1 0 0,7-2 0,0 2 0,13-1 0,-11 2 0,-23 6 0,-9 1 0,-5 3 0,0 5 0,0 8 0,-1 5 0,-5 6 0,0-3 0,-6 7 0,0-6 0,-7 10 0,-1 1 0,-3 3 0,10-15 0,1 0 0,-7 12 0,-1 1 0,9-17 0,2-7 0,5-8 0,3-2 0,2-2 0,13-1 0,23 0 0,-11 0 0,4 0 0,15-1 0,1 0-243,-7 0 0,-1 1 243,2-1 0,-4 1 0,-1-1 0,-16 1 0,-17 0 0,-2 0 0,-1 0 0</inkml:trace>
  <inkml:trace contextRef="#ctx0" brushRef="#br0" timeOffset="15410">8100 16194 24575,'-4'-8'0,"-8"-8"0,-6-6 0,-3 3 0,-5-1 0,-7-2 0,-3 1-665,-2 0 1,-2 3 664,-5 1 0,0 5 0,14 5 0,0 3-7,-5 5 0,1 3 7,5 3 0,0 3 0,0 2 0,-3 1 0,2 1-867,-12 9 0,0 3 867,7-4 0,-2 3 0,2 1 0,5 0 0,2 0 0,1 0 0,2-1 0,2 0 0,1 1-198,2 1 0,0 0 1,3-1 197,0 3 0,3 0 0,-1 5 0,2 0 0,7-6 0,1 0 313,1 5 1,2 1-314,3-4 0,3 0 0,2 6 0,4 1 0,3-3 0,2-1-266,4 2 0,2-1 266,6 3 0,3-3 0,-3-5 0,3-2 0,10 3 0,1-2 0,-5-10 0,2-3 0,-5-5 0,2-1 0,1-4 78,-1-4 0,1-2 0,0-2-78,1-2 0,0-2 0,0-2 0,4-4 0,0-3 0,-2-2 0,-8 2 0,-2-2 0,0-2 0,7-5 0,0-2 0,-2 0 0,-7 4 0,-2-1 0,1-1 0,3-3 0,1-1 0,-2 1 0,4-5 0,-2 2 250,-1 0 1,-2 2-251,3-7 243,-9 9-243,-11 9 888,-7 5-888,-5-4 1590,-8-9-1590,-5 0 0,-4-3 0,-7-7 0,-4-3-820,3 9 1,-4-2 0,-1-1 0,0 1 702,3 1 1,-1 1 0,1 0 0,-1 0 116,-1 1 0,0 0 0,0 2 0,3 1-36,0 0 0,2 2 0,5 3 36,-10-8 0,16 15 0,5 7 0,7 5 0,-2-1 0</inkml:trace>
  <inkml:trace contextRef="#ctx0" brushRef="#br0" timeOffset="17235">10490 13079 24575,'-16'11'0,"-11"16"0,-6 10 0,10-6 0,1 2-1335,1 0 0,2 3 1335,5-4 0,0 2 0,2-1 0,-1 12 0,3 2 0,4-9 0,1 3 0,3-1 0,5-4 0,2-1 0,2 0 0,3 14 0,4-3 0,7-5 0,3-5 369,-5-12 0,2-5-369,5-5 0,2-3 0,-3-5 0,1-4 0,7-6 0,2-4 0,-4-2 0,0-3-95,4-8 1,-1-4 94,-8-1 0,-3-2 0,-3-1 0,-4-3 0,-5-6 0,-5-1 0,-5 5 0,-5-2 0,-3 3 0,-3-2 0,-3 1-695,-2 3 0,-2 1 0,-2 0 695,-10-8 0,-5-1 0,0 3 0,4 7 0,-1 2 0,0 3 0,1 0 0,-1 2 0,1 3 588,-4 2 1,2 4-589,-1 3 79,10 9-79,14 5 624,5 3-624,2 0 2326,2 4-2326,6 5 0,-4-7 0,5 2 0</inkml:trace>
  <inkml:trace contextRef="#ctx0" brushRef="#br0" timeOffset="17603">11238 13755 24575,'23'-35'0,"-16"24"0,15-19 0</inkml:trace>
  <inkml:trace contextRef="#ctx0" brushRef="#br0" timeOffset="18469">11742 13309 24575,'-21'-11'0,"-15"-4"0,12 8 0,0 0 0,-24-5 0,6 5 0,23 6 0,10 1 0,7 2 0,2 0 0,-1 2 0,1 4 0,-1 10 0,4 8 0,8 16 0,9 3 0,-1-14 0,4 0-536,-1-4 0,3 0 536,8 8 0,3 1 0,-1-3 0,-1-1 0,2 1 0,-1 0 0,-11-10 0,0 1 0,-1-1 0,4 5 0,-3-1-38,2 4 1,-2-1 37,2 10 0,-10-5 0,-13-17 0,-8-5 0,-7-4 1068,-11-4-1068,0-3 0,-4-2-1639,-4-2 1,-3-2-1,-8 0 1,0-2 1562,10 1 1,2-1 75,-15-5 0,30 5 0,11 1 0,3-8 0,4-9 0,8-22 0,-2 20 0,3-2 0,5-10 0,3-2 1638,-1 4 0,2 0-400,2-7 0,0 0-1238,-6 6 0,-2 1-2,-3 4 1,-4 0 1,-3 3 0,-3 2 0,-6-14 0,-7-2 0,-2 15 0,1 4 1032,7 15-1032,2 5 0,1 5 1,1-2 0,0 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42:49.508"/>
    </inkml:context>
    <inkml:brush xml:id="br0">
      <inkml:brushProperty name="width" value="0.05292" units="cm"/>
      <inkml:brushProperty name="height" value="0.05292" units="cm"/>
    </inkml:brush>
  </inkml:definitions>
  <inkml:trace contextRef="#ctx0" brushRef="#br0">9235 15203 24575,'-23'-11'0,"-16"-5"0,15 7 0,-2-1 0,-7 0 0,1 0 0,5 4 0,2 2 0,-4-1 0,0 2 0,2 4 0,0 2 0,-1 0 0,0 2 0,-3 1 0,-2 3-961,-6 4 1,-1 3 960,10-3 0,-1 1 0,0 1 0,-1 1 0,-1 0 0,0 2 0,-3 4 0,-1 2 0,3 0 0,-5 6 0,2 3 0,11-5 0,0 1 0,2 1 0,-1 7 0,4 2 0,6-9 0,2 3 0,2-1 0,0 14 0,3-1-260,1-2 1,2 0 259,4 4 0,2-1 0,1-12 0,2-2-60,2 5 0,2-2 60,0-9 0,3-2 0,4 5 0,2-2 0,-1-5 0,2-1 0,9 8 0,3-1 0,0-2 0,5-1 0,4 1 0,4 0 0,0-1 0,-11-7 0,-1-2 0,3 1-545,3 0 1,4 1-1,0-1 1,-3-3 544,-1-2 0,-3-3 0,3 0 0,1-1 0,3-1 0,0 0 0,0-1-455,6 1 0,-1-2 0,1-2 455,-4-1 0,0-1 0,1 0 0,-2-2 0,5 0 0,-3-1 0,0-2-4,-5-1 1,-2-1 0,-2-4 3,7-6 0,-6-6 0,-12-1 0,-5-5 0,2-15 0,-4-4 0,-7 3 0,-3-3-483,-2 5 1,-1-2-1,-4 1 483,-4 4 0,-4 0 0,0 1 0,0 0 0,-1 0 0,-3 2 412,-3 3 1,-1 1-1,-1 3-412,-2-2 0,0 3 1265,-1 3 1,1 4-1266,-6-2 921,5 6-921,9 10 2105,4 3-2105,6 3 0,0 1 0,1-1 0</inkml:trace>
  <inkml:trace contextRef="#ctx0" brushRef="#br0" timeOffset="1538">2702 16591 24575,'2'34'0,"2"10"0,-3-5 0,1-12 0,0 2 0,1 20 0,0-18 0,-1 0 0,2 0 0,-1-1 0,0 1 0,0 0 0,1 4 0,-1-1 0,1-6 0,-1 0 0,0 3 0,0-1 0,1 9 0,-2-6 0,-2-16 0,0-8 0,0-6 0,1-2 0,12-9 0,-9 6 0,9-7 0</inkml:trace>
  <inkml:trace contextRef="#ctx0" brushRef="#br0" timeOffset="2869">2751 17007 24575,'15'0'0,"11"2"0,23 3 0,-18-1 0,2 1-893,-2-1 0,3 1 0,0-1 893,12 2 0,0 0 0,-7-2 0,2 0 0,-2 0 0,8 0 0,1 0 0,-12-2 0,2 1 0,0-2-575,0 1 0,1-1 1,0-1 574,2 1 0,1 0 0,0-1 0,5-1 0,0 0 0,5-1 0,-14 1 0,4 1 0,2-1 0,1 1 0,-2-1 0,-1 1 0,7-1 0,-2-1 0,0 1 0,5 0-469,-8 0 1,3 1 0,2-1 0,1 1 0,0 0 0,-3 0 0,-3 0 393,-1 0 1,-3 0 0,-1 0 0,0 0-1,2 1 75,2-1 0,1 0 0,2 1 0,-1-1 0,0 1 0,-4 0-682,8-1 1,-4 1 0,0 1 0,2-1 681,1 0 0,2 0 0,0 0 0,0 0 0,-2 0 0,-1 0 0,-3 0 0,0 0 0,3 0 0,0 1 0,4-1 0,0 1 0,-1-1 0,-2 0 0,0 0 0,-2 1 0,0-1 0,1 0 0,-6-1 0,1 1 0,1 0 0,-1 0 0,-1 0-269,9 0 0,-1 1 0,-1-1 0,-1 0 269,-7-1 0,-2 1 0,1-1 0,0 0-4,4 1 0,2 0 0,-2 0 0,-3-1 4,-2 1 0,-4-1 0,1 0 871,4 0 0,0 0 0,-3 0-871,2 0 0,-2 0 0,8 0 0,-1 0 1475,-11 0 0,-2 0-1475,5 0 0,-1 0 0,-3 0 0,0 0 0,-2 0 0,0 0 0,7 0 0,0 0 0,-7-1 0,1 1 0,8-1 0,0 1 0,-7-1 0,1 1 0,6-1 0,0 1 0,-9 0 0,-2-1 1462,1 1 1,-1-1-1463,12 1 2052,-14-1-2052,1 1 1040,-7 0-1040,12 0 289,-2 0-289,7 0 0,-13 0 0,-5-1 0,-11 1 0,-3 0 0,1 0 0,5 0 0,2 0 0,1 0 0,-1 0 0,1 0 0,2 0 0,14 0 0,11 1 0,9 0 0,-21 0 0,-1 0 0,12 1 0,-10-1 0,-16-1 0,-7 0 0,-6 0 0</inkml:trace>
  <inkml:trace contextRef="#ctx0" brushRef="#br0" timeOffset="3803">8661 16792 24575,'3'7'0,"0"0"0,1 4 0,1 4 0,0 12 0,2 9 0,2 12 0,-5-15 0,1 2-607,-1 0 1,0 2 606,-1-2 0,0 2 0,0-1 0,0 10 0,1 1 0,-1-8 0,0 1 0,1-1 0,0 6 0,0-1 0,0 4 0,0 0 0,-1-13 0,-1-2 0,0-4 0,-1-3 0,0 8 0,-1-19 0,0-12 0,0-20 0,0 9 0,0-11 0</inkml:trace>
  <inkml:trace contextRef="#ctx0" brushRef="#br0" timeOffset="6582">2605 14383 24575,'33'-4'0,"-20"2"0,10-1 0</inkml:trace>
  <inkml:trace contextRef="#ctx0" brushRef="#br0" timeOffset="8922">5323 17295 24575,'-8'12'0,"-2"2"0,-4 10 0,-1 3 0,-1 16 0,8 0 0,3-13 0,4 0 0,7 0 0,3 0 0,-1-1 0,4-2 0,10 1 0,3-5 0,-1-5 0,2-4 0,9-1 0,1-4 0,-8-4 0,0-3 0,3-4 0,-2-3 0,9-10 0,-18 1 0,-1-4 0,6-21 0,-13 15 0,-3-2 0,-4-7 0,-4 0 0,-5 2 0,-5 1-553,-8-13 0,-4 1 553,-4 7 0,-3 3 0,5 7 0,-2 1 0,0 3 0,-5 0 0,1 3 0,5 5 0,1 3 0,-6 4 0,17 8 0,2 3 0,4 3 0,1 1 1106,3-1-1106,1-2 0,2-2 0,0-3 0,5 2 0,-3-2 0,2 1 0</inkml:trace>
  <inkml:trace contextRef="#ctx0" brushRef="#br0" timeOffset="9270">5990 17641 24575,'9'-14'0,"-2"3"0</inkml:trace>
  <inkml:trace contextRef="#ctx0" brushRef="#br0" timeOffset="10295">6970 17186 24575,'-17'-7'0,"-15"-3"0,1 2 0,-5 0-1088,-7-2 0,-2 2 1088,0 1 0,0 2 0,1 1 0,3 1 698,-8 6-698,6 3 359,18 0-359,5 3 0,8 0 0,2 1 1119,3 5-1119,3-1 0,3 9 0,7 3 0,3-4 0,4 2 0,5 4 0,4 1-912,3 0 0,3 1 0,2 1 912,3 2 0,3 0 0,0 0 0,-8-8 0,0 0 0,1 0 0,-1 0 0,11 8 0,-1-1 0,-2-2-377,3 2 0,-2-2 377,-4-2 0,-2-2 0,0 3 0,-11-11 0,-15-11 0,-3-3 2620,-3 0-2620,-2 2 870,-6 4-870,-6 2 0,-14 3 0,-6-2 0,8-7 0,-3-1 0,0-3 0,-1-3-607,-17-1 1,-2-4 606,6-2 0,2-2 0,-1 0 0,3-1 0,13 1 0,4 0 0,2-4 0,12-4 0,9-4 0,9-27 0,-1 18 0,2-1-359,2-4 1,3 0 358,4-3 0,2 0 0,-1 8 0,2 0 0,6-4 0,-1 0 0,-4 9 0,-2 1 583,2-2 1,-2 1-584,0-8 0,-6 3 0,-10 8 0,-3 7 0,-5 1 763,-2 5-763,-4-2 0,2 5 0,-1-1 0,4 6 0,0 0 0,2 1 0,-4 1 0,-9 0 0,7 0 0,-4 0 0</inkml:trace>
  <inkml:trace contextRef="#ctx0" brushRef="#br0" timeOffset="17112">4254 14121 24575,'-36'-1'0,"-2"3"0,-4 11 0,7 2 0,11 0 0,1 2 0,-3 14 0,5 3 0,10-1 0,9-9 0,8-1 0,3-7 0,11 1 0,3-6 0,7 1 0,-2-7 0,-3-1 0,-1-4 0,-7-2 0,4-2 0,-5-2 0,1-2 0,-4-1 0,-2 0 0,0-2 0,-5 2 0,1-6 0,-3 3 0,0-4 0,-3 1 0,0 0 0,-1 3 0,-1 4 0,0 2 0,0 2 0,-1 0 0,1 2 0,0 0 0,0 1 0,0-1 0,0 1 0,-1-3 0,-1 1 0,-1-4 0,0 3 0,-2-1 0,3 1 0,-1 1 0,0-1 0,0-1 0,-1-1 0,0 1 0,-2-2 0,1 3 0,0-2 0,0 4 0,2-1 0,1 2 0,1 1 0,-1 0 0,0 0 0,-1 0 0,1 0 0,0 1 0,2-1 0,0 0 0,1 0 0</inkml:trace>
  <inkml:trace contextRef="#ctx0" brushRef="#br0" timeOffset="17663">4626 14253 24575,'0'0'0</inkml:trace>
  <inkml:trace contextRef="#ctx0" brushRef="#br0" timeOffset="18800">4903 13697 24575,'-1'22'0,"-3"5"0,-5-3 0,-3 2 0,-2-2 0,5-10 0,1-4 0,7-8 0,3-1 0,4 0 0,10 0 0,20 0 0,9 2 0,-18-2 0,0 0 0,9 1 0,-10-1 0,-19-1 0,-4 0 0,-3-2 0,0 0 0,-2-7 0,-2-4 0,-3-10 0,-3-3 0,1-11 0,0-2 0,4 2 0,2 0 0,3 14 0,0 5 0,0 10 0,0 5 0,0 3 0,0 11 0,-5 15 0,-2 21 0,1-10 0,-1 2-704,1 8 1,1 1 703,1 1 0,1 1 0,1-16 0,1 1 0,0-3 0,1 3 0,0-4 0,-1 17 0,1-33 0,0-20 0,-5-7 0,3-1 0,-2 5 0</inkml:trace>
  <inkml:trace contextRef="#ctx0" brushRef="#br0" timeOffset="21399">6869 13130 24575,'-13'9'0,"-5"5"0,-4 1 0,-4 5 0,-5 6 0,1 4 0,13-10 0,1 1 0,-8 16 0,11-15 0,1 1 0,-2 13 0,1 5 0,7-4 0,6-1 0,11 0 0,7-9 0,22 2 0,5-13 0,-8-9 0,1-2-230,-2-4 0,-1-2 230,1-2 0,0-3 0,-5-1 0,-3-2 0,14-13 0,-5-6 0,-12 0 0,-5-12 0,-9 1 0,-9 13 0,-3-1 230,-3 2 0,-3 0-230,-1 0 0,-3 0 0,-17-14 0,3 14 0,-2 9 0,9 10 0,0 4 0,5 3 0,-1 4 0,3 2 0,2 0 0,4-1 0,3-4 0,1-1 0,2-1 0</inkml:trace>
  <inkml:trace contextRef="#ctx0" brushRef="#br0" timeOffset="21747">7337 13406 24575,'30'-24'0,"7"-5"0,-7 6 0,-4 3 0</inkml:trace>
  <inkml:trace contextRef="#ctx0" brushRef="#br0" timeOffset="22738">7698 13055 24575,'-5'20'0,"-2"5"0,-7 15 0,-4 2 0,6-16 0,0 0 0,-9 11 0,5-10 0,9-15 0,5-8 0,4-4 0,7 1 0,16 0 0,25-1 0,-21 1 0,2 0 0,4 1 0,-1 0 0,14 1 0,-16 1 0,-21-2 0,-8-2 0,-3-4 0,0-8 0,-1-8 0,0-14 0,0-9 0,0 14 0,0 0 0,0 3 0,0 1 0,0-24 0,1 24 0,0 12 0,0 14 0,0 8 0,0 18 0,0 22 0,0-16 0,-1 4-506,1-4 1,0 3-1,0-1 506,0 12 0,0 1 0,1-12 0,-1 2 0,1-3-81,0 3 0,-1-3 81,1-2 0,0-3 0,0 0 0,-1-13 0,-2-17 0,-6-10 0,4 4 0,-3-4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38:02.911"/>
    </inkml:context>
    <inkml:brush xml:id="br0">
      <inkml:brushProperty name="width" value="0.05292" units="cm"/>
      <inkml:brushProperty name="height" value="0.05292" units="cm"/>
    </inkml:brush>
  </inkml:definitions>
  <inkml:trace contextRef="#ctx0" brushRef="#br0">4836 13752 24575,'19'-11'0,"16"-6"0,8 0 0,-11 6 0,0 1 0,-5 3 0,-1 0 0,2 0 0,-2 1 0,10-5 0,-10 3 0,-10 1 0,-6 2 0,-5 2 0,-3 0 0,-2 2 0,-1 1 0</inkml:trace>
  <inkml:trace contextRef="#ctx0" brushRef="#br0" timeOffset="1314">4911 13678 24575,'1'7'0,"0"4"0,0 4 0,2 15 0,-1 2 0,3 12 0,0-4 0,0-2 0,-1-6 0,-1-6 0,-2-8 0,1-1 0,-2-7 0,1-1 0,-1-5 0,1-2 0,-1-1 0,15-16 0,8-1 0,17-12 0,-1 9 0,8 4 0,-7 7 0,-14 5 0,-1 0 0,11 1 0,-4 3 0,-16 0 0,-5 2 0,-6 3 0,4 6 0,0 5 0,3 10 0,0 0 0,-2 5 0,-3-8 0,-3-2 0,-4-8 0,-2-2 0,-1-3 0,-3 2 0,-3-1 0,-7 4 0,-2-2 0,-7 5 0,1-2 0,-6 2 0,8-4 0,-3 0 0,9-5 0,0-1 0,6-3 0,-1-2 0,4 0 0,0-2 0,1 0 0,-1 0 0,0 0 0,-1 1 0,1-1 0,-1 1 0,2 1 0,1-1 0,2-1 0,2 1 0,0-1 0</inkml:trace>
  <inkml:trace contextRef="#ctx0" brushRef="#br0" timeOffset="2135">4867 13747 24575,'30'-6'0,"0"0"0,13-2 0,-2 1 0,-1 0 0,2 0 0,4-2 0,-19 3 0,-1-2 0,-8 2 0,-4 1 0,-4 0 0,-1 1 0,-1 1 0,1 0 0,-2 2 0,0 0 0,-3 0 0,-3 1 0,0 0 0</inkml:trace>
  <inkml:trace contextRef="#ctx0" brushRef="#br0" timeOffset="3654">4898 13717 24575,'2'21'0,"1"1"0,1 15 0,2-3 0,2 11 0,0-5 0,1 5 0,-2-14 0,-1-4 0,-3-13 0,-1-4 0,-1-4 0,0-4 0,0-1 0,6-6 0,11-9 0,4-1 0,4-3 0,1 6 0,-5 3 0,9 0 0,-3 3 0,4 3 0,-8 2 0,0 0 0,-7 2 0,2 2 0,-3 2 0,1 2 0,-3 0 0,-1 1 0,-2 0 0,-4-2 0,-2 0 0,-3-1 0,0 3 0,1-1 0,0 6 0,-1 0 0,1 2 0,-2-1 0,0 1 0,-1-3 0,0 3 0,0-5 0,0 1 0,0-5 0,-1 0 0,1-3 0,-1 1 0,-1-2 0,1 1 0,0-1 0,-3 1 0,1 0 0,-3 1 0,-1 0 0,-6 1 0,2 0 0,-6-1 0,3 1 0,-7-1 0,2 1 0,-6 1 0,2-2 0,-5 2 0,5-3 0,-1 2 0,7-3 0,1 0 0,6 0 0,1 0 0,4 0 0,2-1 0,2 0 0</inkml:trace>
  <inkml:trace contextRef="#ctx0" brushRef="#br0" timeOffset="8976">7513 12939 24575,'22'-10'0,"8"0"0,13-3 0,-16 9 0,2 0 0,-3 1 0,-1 2 0,23 0 0,-13 4 0,-19-1 0,-8 1 0,-6-1 0,-2 1 0,0 2 0,-1 5 0,-1 3 0,-2 5 0,-3 1 0,-4 5 0,0-4 0,-7 7 0,0-4 0,-10 6 0,1-3 0,-7 4 0,9-7 0,-1-3 0,10-7 0,2-2 0,4-3 0,3-3 0,2-1 0,2-2 0,2-1 0,21-5 0,6 1 0,0 1 0,3 1 0,0 2 0,1 2 0,-1 0 0,0 1 0,-4 1 0,-1 1 0,10 5 0,-13-2 0,-8-1 0,-8-3 0,-2 2 0,0 1 0,0 6 0,0 1 0,-2 3 0,1 3 0,-2-4 0,-1 5 0,0-7 0,-2 3 0,-1-6 0,-2 2 0,1-5 0,-3 1 0,1-2 0,-3 0 0,-1-2 0,-5 1 0,-3-1 0,-5 1 0,1 1 0,-3 0 0,4-1 0,-1 1 0,7-1 0,-1-1 0,6-2 0,3 0 0,2-2 0,3 0 0,2-2 0,18-1 0,26-1 0,-14 0 0,3 1-233,8-1 1,2 0 232,-9 1 0,-1-1 0,-2-1 0,-3-1 0,7-1 0,-12-3 0,-13 2 0,-3-1 0,-2 0 0,0-4 465,-2-3-465,1-5 0,-2-1 0,0-6 0,-3 2 0,-5-8 0,-5 1 0,-3 0 0,-1 3 0,2 9 0,0 1 0,1 4 0,-6-2 0,1 2 0,-11-3 0,0 1 0,-11-1 0,4 3 0,-8 2 0,11 5 0,-1 1 0,10 4 0,1 0 0,10 1 0,0 1 0,7 0 0,1 0 0,3 0 0,35 1 0,-25-1 0,25 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43:23.091"/>
    </inkml:context>
    <inkml:brush xml:id="br0">
      <inkml:brushProperty name="width" value="0.05292" units="cm"/>
      <inkml:brushProperty name="height" value="0.05292" units="cm"/>
    </inkml:brush>
  </inkml:definitions>
  <inkml:trace contextRef="#ctx0" brushRef="#br0">2656 8415 24575,'21'-6'0,"4"1"0,5 0 0,2 1 0,5 0-1093,2 0 1,4 1 0,-1 1 1046,-8 2 0,0 1 1,-2 0 45,14 0 0,-4 1 1069,2 5-1069,-33-4 560,-10 5-560,-4 4 0,-10 22 0,-9 10 0,1-7 0,-5 3-124,5-11 1,-1 1 0,-2 1 123,0 0 0,0 1 0,-2 0 0,-7 5 0,-1 0 0,1-2 0,7-6 0,2-2 0,-2 1 0,-2 1 0,-1 1 0,2-3-68,0 1 0,2-1 68,5-2 0,2-2 0,1 1 0,8-4 0,8-9 0,3-1 2139,14-4-2139,17-2 0,6-2 0,4-2-670,0 1 0,1-1 670,-5 0 0,1-1 0,-1 1 0,3 0 0,-2 0-64,1-1 1,-3 1 63,10 0 0,-15 0 0,-17 0 0,-12-1 0,-3 1 0,-1-1 0</inkml:trace>
  <inkml:trace contextRef="#ctx0" brushRef="#br0" timeOffset="495">2740 8589 24575,'20'0'0,"29"-2"0,-18 0 0,2 0-698,12-1 1,1 1 697,-8 0 0,-2 1 0,1-1 0,-3 0 454,8 2-454,-10-2 0,-20 2 0,-7-1 0</inkml:trace>
  <inkml:trace contextRef="#ctx0" brushRef="#br0" timeOffset="1013">3849 8500 24575,'8'-3'0,"5"1"0,5 0 0,12 0 0,1 1 0,11 0 0,-7 1 0,4 0 0,-11 0 0,-8 0 0,-9 0 0,-9 0 0</inkml:trace>
  <inkml:trace contextRef="#ctx0" brushRef="#br0" timeOffset="1395">3668 8686 24575,'25'0'0,"17"2"0,-15 0 0,2 0 0,11 1 0,1 0 0,-7-1 0,-2 1 0,2-1 0,-3-1 0,3 0 0,-15 0 0,-14-1 0,-4-1 0,-2 1 0</inkml:trace>
  <inkml:trace contextRef="#ctx0" brushRef="#br0" timeOffset="1867">4469 8203 24575,'3'35'0,"-1"-1"0,2 8 0,0-1 0,1-5 0,1 1-1012,2 12 0,-1 0 1012,0-10 0,0-1 0,-1 7 0,-1-2 325,-2-15 1,-1-1-326,0-1 0,-1-2 334,-1 2-334,-1-9 0,1-10 0,0-6 0,-1-1 0,2-2 0</inkml:trace>
  <inkml:trace contextRef="#ctx0" brushRef="#br0" timeOffset="2183">4851 8557 24575,'0'0'0</inkml:trace>
  <inkml:trace contextRef="#ctx0" brushRef="#br0" timeOffset="3397">5153 8246 24575,'23'-9'0,"18"-2"0,2 3 0,5 1-1093,-15 2 1,2 1 0,1 0 864,8 0 0,3 1 0,-4 0 228,6 2 0,-4 0 613,-10-1 1,-5 2-614,-7 1 647,-21 2-647,-18 14 0,-8 12 0,-2 1 0,-3 3-732,2-3 0,-3 1 732,0-5 0,-2 1 0,0-1 0,-7 2 0,0-2 0,8-8 0,-3 0 0,3-2 960,-2-1 0,3-2-960,4-2 0,4-3 0,0-2 0,16-5 0,5-2 0,7-3 1631,8-7-1631,10 0 0,16-3 0,8 7 0,-5 4 0,-4 7 0,-21 2 0,-8 8 0,-7 5 0,-1 23 0,-2 7 0,0-13 0,-3 0 0,-1-5 0,-2-2 0,0 0 0,-3-3 0,-16 11 0,0-15 0,-11-3 0,5-8 0,-4-4 0,10-4 0,1-4 0,9-2 0,4-2 0,5-7 0,3 6 0,2-3 0</inkml:trace>
  <inkml:trace contextRef="#ctx0" brushRef="#br0" timeOffset="4366">6090 8025 24575,'-12'-6'0,"-7"2"0,0 3 0,-6 5 0,-7 9 0,-6 10 0,8 0 0,-2 3-586,3-2 0,-1 2 586,6-2 0,0 2 0,2-1 0,-5 10 0,4-1-86,3-3 1,4 1 85,5-4 0,3-1 0,5 10 0,9-4 0,5-12 0,11-3 1161,2-11-1161,12-8 182,-1-10-182,0-9 0,-3-18 0,-21 17 0,-1-3 0,2-10 0,-2-2-308,-3 3 1,0-1 307,0-6 0,-1 1 0,-2 12 0,-1 1 0,5-16 0,-5 26 0,-1 11 0,-1 9 0,-1 14 0,0 19 0,4 4 0,1 7-849,1-4 0,2 4 0,0 1 849,-2-11 0,1 0 0,0 1 0,1 1 0,1 5 0,2 2 0,0-1 0,-1-3 0,0-2 0,-1-3 0,0-1-98,0-1 0,0 0 0,-1-5 98,1 16 0,-4-18 0,-4-25 0,-6-22 0,-25 3 0,18-6 0,-16 13 0</inkml:trace>
  <inkml:trace contextRef="#ctx0" brushRef="#br0" timeOffset="12713">12446 12639 24575,'1'-9'0,"0"-12"0,-2-4 0,-3-18 0,-3 5 0,0 12 0,-1-1 0,-12-18 0,-2 0 0,8 22 0,-1 1 0,-9-8 0,-9-3 0,5 11 0,-8 0 0,5 6 0,-10 0 0,4 4 0,0 1 0,-5 3 0,6 3 0,10 2 0,-1 0 0,1 2 0,-2 0 0,-11 0 0,-1 0-485,4 2 1,0 0 484,-11 1 0,0 1 0,5 2 0,2 0 0,1 1 0,1 0 0,0 1 0,3 1-81,7 0 1,1 0 80,-4 2 0,1 1 0,5 0 0,0 0 0,-6 4 0,2 0 0,5 0 0,0 0 0,-4 3 0,1 2 0,4-2 0,0 0 0,2 0 0,-1 1 0,1 0 0,1 0 0,-10 13 0,-1 6 0,9-8 960,0 6-960,0 2 170,4 0-170,9-15 0,0 1 0,-4 13 0,5 8 0,3-11 0,3 6 0,2-8 0,4 7 0,4 2 0,5 0 0,-3-17 0,2 1 0,14 15 0,-7-15 0,3 0-266,-2-5 0,2 0 266,10 5 0,2-2 0,-6-5 0,1-2 0,12 4 0,1-2-512,-3-5 1,1-2 511,2 0 0,1-1 0,6-1 0,0-2 0,-9-1 0,0-2 0,10 1 0,-1-2 0,-7 0 0,-1-1 0,-7-1 0,0 0 0,-1 0 0,6 0 0,-1-1 0,7 1 0,-1-1 0,-6-1 0,0-1 0,-2 0 0,0-1-180,3-1 0,-1-2 180,-8 1 0,0-2 0,3-2 0,0 0 0,-9 0 0,0-1 0,3-1 0,-1-2 0,8-9 0,-12 7 0,-2-3 0,-2 0 0,-1-2 0,2-1 0,0-3 0,0-6 0,-2-2-17,-2 4 1,-2-3 16,0-6 0,-2-2 0,-4 6 0,-2-1 0,-2-9 0,-3 0 0,-3 7 0,-4-1-271,-1 5 0,-3-3 1,-3 1 270,-2 1 0,-4 1 0,-1 0 0,-4-2 0,-3 0 0,-1 1 0,-6-2 0,-2 0 0,0 4 0,9 9 0,0 2 0,1 2 0,-13-8 0,4 4 344,6 8-344,16 6 0,10 7 0,-10-6 128,-2 0 1,-1 2-1,4 0 1</inkml:trace>
  <inkml:trace contextRef="#ctx0" brushRef="#br0" timeOffset="15573">5958 9192 24575,'13'-1'0,"12"-1"0,1 0 0,3 0 0,2 0 0,3 0-796,14 0 0,0 0 796,-11 1 0,-1-1 0,1 2 0,-3-1 516,-2 0-516,-15 1 264,-16 0-264,-3 0 0,-2-1 0</inkml:trace>
  <inkml:trace contextRef="#ctx0" brushRef="#br0" timeOffset="16020">5999 9333 24575,'21'-2'0,"22"-3"0,7 2 0,-20 0 0,0 1 0,8 0 0,-15 0 0,-15 0 0,-5 2 0,-2-1 0</inkml:trace>
  <inkml:trace contextRef="#ctx0" brushRef="#br0" timeOffset="17539">20842 7874 24575,'-4'-5'0,"-7"-3"0,-31-15 0,7 7 0,-5-2-820,8 3 1,-4-1 0,-1 0 0,0 1 63,-1 0 0,0 0 0,-1 1 0,-1-1 756,2 2 0,0 1 0,-2-1 0,2 1 0,1 1 0,-13-4 0,3 2 0,-1 1 32,0 2 0,0 0 1,3 2-33,-2 0 0,3 3 583,6 1 1,1 2-584,7 4 0,3 2 0,-12 6 0,14 3 0,-1 2 0,-2 2 0,-2 2 366,0 2 1,-3 3 0,0 0-367,1-1 0,0 1 0,-2 1-256,3-1 1,-2 3-1,1-1 1,0 1 255,-4 4 0,1 0 0,1-1 0,3 0 0,0-1 0,2 1-236,3-1 1,2 1-1,3-1 236,-2 3 0,4 1 0,-1 10 0,4 0 0,6-6 0,5 1 0,2-5 0,1 1 0,3 0 0,4 10 0,4-1 0,1-6 0,3 0 0,3-1-547,4-2 0,3-1 0,3-1 547,2 1 0,4-2 0,3-1-337,1-5 1,3-1-1,2-1 1,0-2 336,1-4 0,0-2 0,2-1 0,2-1-322,0 0 0,2 0 0,2-1 0,0-1 1,-1-1 321,-3-3 0,1-1 0,-1-1 0,0-1 0,1 0 0,-5 0 0,0 0 0,1-1 0,0 0 0,0-1 0,0 0 0,0-2 0,1-1 0,0 0 0,-1-1 0,-1-1 0,0 1 0,-1-1 0,-1 1 0,-1-1 0,1-1 0,1-2-228,1-2 0,1-1 1,1-1-1,-1-1 1,-2-1-1,-4 1 228,9-7 0,-6 0 0,1-3 46,-6 3 0,2-1 0,-3-2 0,-6-2-46,-4-4 0,-5-3 0,-3 0 0,0-9 0,-5-4 0,-4 3 0,-2-3 0,-5 0 0,-3 4 0,-5 2 0,-1-2 46,-1 3 0,-2-1 0,-2 0 0,-3 0-46,-5-4 0,-4-1 0,-2 2 0,1 1 0,4 7 0,0 1 0,-1 1 0,0 0 653,-2-2 1,-1 1 0,1 1 0,3 5-654,-2 1 0,4 5 2645,-4-2-2645,21 19 1472,3 1-1472,1-1 0,0 1 0</inkml:trace>
  <inkml:trace contextRef="#ctx0" brushRef="#br0" timeOffset="21781">22000 15306 24575,'14'-1'0,"12"0"0,20-2 0,-14 2 0,4 0-1093,-1-1 1,2-1 0,1 1 868,0 0 0,1-1 1,3 1-547,2-1 0,4 0 1,1 0-1,-1 0 770,-6 0 0,-1 1 0,1-1 0,2 1-319,1-1 0,2-1 0,2 1 0,-1 0 0,-2-1 319,0 1 0,-1 0 0,-1 0 0,1-1 0,-5 0 0,1 0 0,0-1 0,-1 0 0,-2 0-336,2-2 1,-1 0-1,-1-1 1,-1 0 335,7-2 0,-2-1 0,0-2 0,0-4 0,-1-2 0,-2-1 111,3-5 0,-1-2-111,-9 4 0,1-3 0,-2 0 0,5-5 0,-2-1 0,-7 6 0,-1 0 0,-1 0 0,4-6 0,-1 1 839,4-6 0,-1-1-839,-6 3 0,-1 0 0,0-1 0,0 0 0,0-6 0,0 0 0,-5 7 0,0 0 0,4-9 0,0 1 0,-6 8 0,0 1 0,3-6 0,0 0 1289,-5 10 1,1 0-1290,4-7 0,2-1 0,-3 4 0,1 0 0,2-3 0,1 1 0,3-4 0,0 2 0,-3 5 0,1 0 241,-1 6 0,1-1 0,0 1-241,6-8 0,2 1 0,-5 6 0,3 0 0,-1 0-45,-4 4 1,-1 2 0,2-1 44,5-4 0,2 0 0,-1 1 0,-2 3 0,0 0 0,1 0 0,1 2 0,1 0 0,1 0 0,2 0 0,1 0 0,0 1 0,-3 4 0,-1 1 0,2-1-298,8-2 1,3 0-1,-1 2 298,-9 3 0,0 2 0,1 0 0,9-1 0,1 0 0,-1 1 0,-9 4 0,-1 1 0,1 0 0,8-1 0,1 0 0,1 1 0,-2 1 0,1 1 0,0 1 0,-1-1 0,0 1 0,2 1-348,-8 1 1,2-1 0,-1 2 0,-1 0 347,4 1 0,-1 1 0,2 1 0,-5 0 0,1 0 0,1 1 0,-2 0 0,4 1 0,-2 1 0,2 1 0,-5 1 0,2 0 0,0 1 0,-2 1 0,5 0 0,-2 1 0,2 1 0,-6-1 0,2 1 0,1 1 0,-3-1 0,7 4 0,-1 0 0,1 2-363,-2-2 1,3 2-1,0 1 1,-3-1 362,-6-1 0,-1-1 0,-1 2 0,2 0 0,1 2 0,1 1 0,2 1 0,-2-1 0,-2 0 0,-1 1 0,-2-2 0,-1 1 0,1 1 0,3 4 0,0 0 0,0 1 0,0 0 0,-4-1 0,-1 1 0,0-1 0,-1 1-269,4 4 0,0 1 1,0 2 268,-3-2 0,2 1 0,-1 1 0,-2-2 0,1 2 0,-2-1 0,1 2 0,-2-1 0,1 2 0,0 0 0,-1-1 0,-1 1 0,-1-2 0,1 3 0,-1-2 0,0 3 0,1 0 0,-2-2 0,0 2 0,-1-2 0,0 1-58,-4-5 0,0 0 0,0 0 0,-1 0 58,5 10 0,-1-1 0,-1 0 105,-3-7 0,-2 0 0,1 1-105,4 8 0,0 1 0,-1-2 0,-5-10 0,0-2 0,0 2 0,5 9 0,1 1 0,0-1 0,-5-8 0,0-1 0,2 2 0,0-2 0,1 2 0,1 0 0,-1-2 0,2 3 0,-1-2 0,1 0 0,4 4 0,1 0 0,1-1 0,1-4 0,2-2 0,-1-1 0,-4-5 0,-1-2 0,2-1 490,7 3 0,2-2 1,-2-2-491,3 0 0,-1-4 0,9 2 0,0-2 922,-13-7 0,0-1-922,7-2 0,-1-1 0,-11-2 0,-1-2 1110,2 0 1,-1-1-1111,16 0 1998,-9 0-1998,-2-1 1238,-13 0-1238,-5 0 578,-7 0-578,-1 0 0,-1 0 0,1 0 0,0 0 0,-1 0 0,-3 1 0,0 0 0,-3 0 0</inkml:trace>
  <inkml:trace contextRef="#ctx0" brushRef="#br0" timeOffset="23087">21778 16356 24575,'16'0'0,"23"-1"0,1-2 0,9 1-820,-7 0 1,5 1 0,5 0 0,3 0 409,-15 1 0,2-1 1,2 0-1,2 0 1,1 1-1,0-1 0,1 1 1,0 0 81,-5 0 0,1 0 0,-1 0 1,1 0-1,1 1 0,0-1 1,1 1-1,0-1 0,2 1 1,0 0 74,-5-1 1,1 1 0,0-1 0,1 1 0,0-1 0,1 1 0,0-1 0,1 1 0,0 0 0,1 0 0,0 0 0,1-1 0,0 1 174,-3 0 0,1 1 0,1-1 0,0 0 0,1 0 0,0 1 0,1-1 0,-1 0 0,1 1 1,1-1-1,-2 1 0,1-1 0,0 1 0,-1-1 0,0 1 0,-1-1 78,0 0 0,0 1 0,-1-1 0,0 1 0,0-1 0,-1 1 0,1-1 0,0 1 0,-1-1 0,2 1 0,-1 0 0,1-1 0,1 1 0,1 0 0,0-1-107,-3 1 0,1-1 0,2 1 1,0 0-1,0 0 0,1-1 0,1 1 1,0 0-1,0 0 0,0 0 0,0 0 1,0-1-1,-1 1 0,-1 0 0,0 0 1,-1-1-1,-1 1 0,-2 0 0,0-1 107,6 1 0,-2-1 0,0 1 0,-2 0 0,0-1 0,-1 1 0,0-1 0,-1 0 0,0 1 0,0-1 0,0 1 0,1-1 0,0 0 0,0 1 0,1-1 0,0 1 0,0-1 0,0 1 0,0-1 0,0 0 0,-1 1 0,0-1 0,-1 0 0,0 0 0,-2 0 0,-1 0 0,8 0 0,0-1 0,-2 1 0,-1-1 0,-1 0 0,0 0 0,-1 0 0,-2 0 0,0 0 20,3-1 1,-2 0 0,-2 0 0,0 0-1,0-1 1,0 1 0,2 0-21,2-1 0,1 0 0,1 1 0,0-1 0,-1 0 0,-3 0 0,-1 0 143,1-1 0,-3 0 0,-2 1 1,1-1-1,1 0-143,5 1 0,2-1 0,0 1 0,-1 0 0,-3 0 269,-3 1 1,-1 0-1,-2 0 1,3 0-270,-1 1 0,1 0 0,0-1 0,0 1 0,-2 0 0,0 0 0,-2 0 0,-1 0 0,2 0 0,3 0 0,2 0 0,-1 0 0,1 0 0,0 0 0,0 0 0,0 0 0,0 0 0,-5 0 0,0 0 0,1 0 0,1 0 0,0 0 0,3 0 0,1 0 0,-1 0 0,-2 0 0,1 0 0,-2 0 0,0 0 0,2 0 0,-2 0 0,3 0 0,-1 0 0,0 0 0,-2 0 0,-1 0 0,-3 0 0,1 0 0,0 0 439,7 0 0,2 0 0,-1 0 0,-2 0-439,0 0 0,-2 0 0,0 0 781,2 0 0,0 0 0,0-1-781,-5 1 0,-1-1 0,-2 1 1165,8-1 0,-2 1-1165,4-1 0,-3 1 1422,-16 0 1,-2 0-1423,23 0 2422,-20 0-2422,-4 0 1956,-12 0-1956,-6-1 0,-5 1 0,-2 0 0</inkml:trace>
  <inkml:trace contextRef="#ctx0" brushRef="#br0" timeOffset="25100">28712 13449 24575,'2'5'0,"0"2"0,0 4 0,0 5 0,1 14 0,1 5 0,-1-7 0,-1 2 0,2-2 0,-1 1-358,2 11 0,0 0 358,0-4 0,0 1-630,3 11 1,0 2 629,-2-6 0,1 1 0,-1-7 0,0 0 0,0 2-622,0-1 0,0 1 1,-1 0 621,1 0 0,0 0 0,0 1 0,1 4 0,-1 2 0,1-2 0,-2-8 0,0-1 0,0 1 0,1 5 0,1 2 0,-1-3-464,0 6 1,-1-2 463,2 5 0,0-1 0,-4-15 0,0-1 141,0 4 0,-1-1-141,-1-4 0,-1-2 0,1 0 0,0 1 0,-1 3 0,0-1 0,1-4 0,-1 1 0,1 7 0,-1 0 0,1-5 0,0 0 0,0 6 0,0-1 0,0-6 0,0-2 0,-1 4 0,1-2 0,0-4 0,0-2 1088,0 23-1088,2-1 1916,0-10-1916,2 9 1120,-1-9-1120,1 7 361,-1-9-361,-1 4 0,0-5 0,-1-1 0,-1 2 0,1-8 0,-1 4 0,1-6 0,-2 3 0,1-6 0,0 3 0,0-3 0,1 1 0,-2-1 0,1-3 0,0 2 0,-1-4 0,1 3 0,0-5 0,0 4 0,0-4 0,0 0 0,-1-1 0,0-4 0,0 0 0,0-4 0,0 1 0,0-2 0,0 1 0,1 0 0,-1 1 0,1 1 0,-1 1 0,1 1 0,0-1 0,0 1 0,-1-2 0,0-3 0,1-2 0,4-1 0,8-3 0,-6 1 0,3-2 0</inkml:trace>
  <inkml:trace contextRef="#ctx0" brushRef="#br0" timeOffset="26394">28516 16916 24575,'-1'14'0,"-1"13"0,2 4 0,-1-6 0,1 2 0,-1 1 0,2 0 0,-2 2 0,2 0 0,0 5 0,1-1 0,0-5 0,0-1 0,1 3 0,0 0 0,1 12 0,-1-8 0,-2-16 0,-1-7 0,0-8 0,0-1 0,2-3 0,0-2 0</inkml:trace>
  <inkml:trace contextRef="#ctx0" brushRef="#br0" timeOffset="26767">28876 17227 24575,'6'-10'0,"-4"6"0,3-4 0</inkml:trace>
  <inkml:trace contextRef="#ctx0" brushRef="#br0" timeOffset="27684">29109 16849 24575,'19'-13'0,"14"-1"0,4 0 0,10 3 0,-21 6 0,-9 6 0,-14 4 0,-10 10 0,-3 3 0,-4 3 0,-2 0 0,-8 8 0,6-8 0,1-2 0,0-3 0,5-5 0,9-8 0,6-3 0,10-2 0,5 1 0,12 0 0,1 0 0,9 4 0,-1 4 0,-6 4 0,-6 6 0,-13 1 0,-7 10 0,-5-1 0,-8 11 0,-3-5 0,-11 10 0,-7-1 0,12-20 0,0-1 0,-4-1 0,0-2 0,-14 8 0,-6-8 0,7-10 0,-5-4 0,8-3 0,6-3 0,7-1 0,9-1 0,3-2 0,3-2 0,1-9 0,3-7 0,-1 7 0,0 1 0</inkml:trace>
  <inkml:trace contextRef="#ctx0" brushRef="#br0" timeOffset="28759">29918 16895 24575,'-9'-11'0,"-3"-3"0,-12-7 0,-6-3 0,7 9 0,-2 1 0,3 3 0,-1 0 0,-20-4 0,7 10 0,11 8 0,-2 4 0,2 6 0,-7 13 0,3 1 0,12-7 0,2 1 0,-7 17 0,8-3 0,9-5 0,8-10 0,8-1 0,6-6 0,17-1 0,6-7 0,-9-5 0,1-3 0,0-2 0,-1-2 0,0 0 0,-1-3 0,-2-2 0,-2-2 0,7-9 0,-3-5 0,-12 5 0,-3 1 0,-6 8 0,-4 3 0,-3 7 0,-8 28 0,0 18 0,1-12 0,1 3-269,1 6 1,0 1 268,2-7 0,0 0 0,1 3 0,0-1 0,-1 13 0,1-10 0,-1-18 0,0-8 0,0-7 0,1-4 0,1 0 0,0-1 0</inkml:trace>
  <inkml:trace contextRef="#ctx0" brushRef="#br0" timeOffset="31211">24951 14988 24575,'-10'3'0,"-6"4"0,-4 4 0,-10 12 0,2 3 0,12-5 0,0 1 0,-6 20 0,13-15 0,3 0 0,1-1 0,3 0 0,6 22 0,6-3 0,6-15 0,10-3 0,9-12 0,-4-8 0,3-3-568,0-1 1,3-3 567,-4 0 0,2-2 0,-1 0 0,11-3 0,-1-1 0,-3-1 0,-2-1 0,-8-1 0,-4-1 0,3-5 0,-12-6 0,-11-3 0,-14-19 0,-4 17 0,-5-3-731,-3 1 1,-4-2 0,-2 0 730,-4 0 0,-4 0 0,1 2 0,0 0 0,-1 2 0,0 1 259,2 5 1,1 1 0,2 5-260,-19-5 0,19 12 0,19 8 0,4 2 0,2 1 2290,2 2-2290,1 1 257,1 1-257,2-1 0,7 2 0,-6-4 0,4-1 0</inkml:trace>
  <inkml:trace contextRef="#ctx0" brushRef="#br0" timeOffset="31726">25710 15264 24575,'25'-11'0,"-5"2"0</inkml:trace>
  <inkml:trace contextRef="#ctx0" brushRef="#br0" timeOffset="32626">26301 14900 24575,'-22'-14'0,"-20"-11"0,8 9 0,-4-1-1081,-3 0 1,-1 1 1080,-6 1 0,1 4 0,16 4 0,2 4 693,-21 7-693,23 5 357,-1 7-357,7 3 0,-2 7 0,8-1 1111,6 1-1111,7-2 0,5-4 0,7 2 0,4-5 0,15-1 0,3-8 0,15-6 0,0-13 0,-23 3 0,-1-4 0,1-4 0,-3-2 0,11-16 0,-15 13 0,-3 1 0,6-9 0,-5 6 0,-7 13 0,-6 6 0,-1 7 0,0 12 0,2 18 0,1-2 0,1 2 0,0 2 0,1 1-421,3 11 0,0 0 421,-2-10 0,0-3 0,-1-3 0,-2-2 0,1 7 0,-5-22 0,1-8 0,5-7 0,16-10 0,-11 7 0,9-6 0</inkml:trace>
  <inkml:trace contextRef="#ctx0" brushRef="#br0" timeOffset="33053">26496 14899 24575,'1'15'0,"-1"9"0,2 9 0,-1-7 0,1 3 0,2 4 0,0-1 0,0 2 0,0 0 0,0-1 0,0-1 0,1 8 0,-4-9 0,-1-19 0,1-7 0,2-12 0,6-11 0,-4 6 0,3-3 0</inkml:trace>
  <inkml:trace contextRef="#ctx0" brushRef="#br0" timeOffset="33764">26794 14907 24575,'7'-2'0,"7"0"0,7 0 0,15-1 0,-1-3 0,4 1 0,-12-1 0,-9 3 0,-7 1 0,-7 5 0,-2 7 0,-2 22 0,-1 12 0,0-7 0,0 1-207,0-4 1,0 1 206,0 2 0,1-2 0,0 12 0,-1-13 0,1-18 0,-1-7 0,5-14 0,-3 4 0,4-7 0</inkml:trace>
  <inkml:trace contextRef="#ctx0" brushRef="#br0" timeOffset="34595">27259 14721 24575,'9'-5'0,"6"-4"0,8-3 0,18-10 0,-18 11 0,1 1 0,4-3 0,-1 0 0,16-3 0,-9 2 0,-17 7 0,-8 6 0,-9 7 0,-1 12 0,-2 9 0,0 0 0,0 2 0,0 0 0,0 2-453,-1 15 0,0 1 453,2-8 0,0 0 0,0 7 0,0-1 0,2-10 0,-1-2 0,1-4 0,0-1 0,-1 17 0,0-20 0,-1-4 0,1-12 0,0-3 906,-1-4-906,0-2 0,-1 0 0,1 0 0</inkml:trace>
  <inkml:trace contextRef="#ctx0" brushRef="#br0" timeOffset="50041">29939 15173 24575,'-14'11'0,"-4"3"0,-11 11 0,0 10 0,14-12 0,1 4-549,3 11 1,4 2 548,3-2 0,6 1 0,5-1 0,5 3 0,1-4 0,5 0 0,3-3 0,8 5 0,4-6 0,-1-17 0,2-7 0,0-3 0,-1-4 134,0-2 0,-1-3-134,-4-4 0,-2-3 0,4-14 0,-12-21 0,-13-5 0,-8 15 0,-4-2-262,-1 4 1,-4 0 261,-4-2 0,-2 1 0,3 11 0,0 1 806,-10-8-806,9 18 0,8 10 0,-2 2 0,4 3 0,-2 2 136,5 1 1,0-2-1,3-2 1</inkml:trace>
  <inkml:trace contextRef="#ctx0" brushRef="#br0" timeOffset="50384">30636 15456 24575,'0'0'0</inkml:trace>
  <inkml:trace contextRef="#ctx0" brushRef="#br0" timeOffset="51121">31082 15234 24575,'-14'3'0,"-2"4"0,-3 6 0,-6 10 0,1 4 0,8-4 0,3 1 0,2 1 0,1 2-520,2 12 0,2 3 520,3 1 0,3 0 0,1 1 0,2-1 0,2-4 0,3-2 0,5 6 0,5-14 0,-3-16 0,8-5 0,2-5 0,13-4 1040,1-5-1040,0-6 0,-2-5 0,-13-2 0,-1-6 0,-13-3 0,-5-11 0,-13-6 0,-6 11 0,-6-2-692,1 8 0,-3 0 1,-2 0 691,-3-3 0,-1 1 0,-2 1 0,-3-1 0,-2 1 0,2 4-29,-3-1 0,2 4 29,6 6 0,4 4 0,9 8 0,11 4 0,5 2 0</inkml:trace>
  <inkml:trace contextRef="#ctx0" brushRef="#br0" timeOffset="51958">32024 15071 24575,'-32'-11'0,"-1"1"0,-5-2 0,-5 1 0,-1 0 0,-5 1 0,0 0-1093,4 2 1,1 1 0,-1 0 823,-1 1 1,0 1-1,4 2 269,0 1 0,6 3 1261,-4 3-1261,28 4 667,9 1-667,3 9 0,5 8 0,11 18 0,-2-19 0,3 1 286,13 10 1,5 1-287,-11-13 0,1-2 0,2 1 0,9 7 0,2 1 0,1-1 0,-4-3 0,0-1 0,0 0 0,-4-2 0,0-1 0,-2-1 0,5 5 0,-4-3 0,-1 6 0,-16-10 0,-7-4 0,-9-1 0,-8-1 0,-21 5 0,-11-5 0,12-7 0,-2-1 0,4-3 0,0-2 1582,-19 0-1582,18-5 0,18 0 0,6-10 0,14-18 0,3-13 0,4 9 0,3-3-654,0 4 1,3 0 653,-2 6 0,1-1 0,1 1 0,7-7 0,-1 3 0,-3 3 0,-2 3 0,11-10 0,-21 19 0,-5 8 0,-5 7 0,-1 3 0</inkml:trace>
  <inkml:trace contextRef="#ctx0" brushRef="#br0" timeOffset="52736">32075 15147 24575,'0'-7'0,"2"-1"0,2 1 0,5-1 0,1 0 0,9 1 0,0 2 0,5 2 0,-4 3 0,6 6 0,1 7 0,2 8 0,1 14 0,-11-1 0,-6 13 0,-13-10 0,-13 11 0,-8-11-1639,4-14 1,-1-1-1,0-1 1,-1-1 1408,-15 15 230,6-7 0,16-14 0,5-7 0,9-5 0,9-4 0,14 1 3276,10-2 0,3 0-3044,-5 1-232,-15 0 0,-9 1 0,-2-7 0,-6 6 0,4-6 0</inkml:trace>
  <inkml:trace contextRef="#ctx0" brushRef="#br0" timeOffset="53653">32759 14976 24575,'8'-5'0,"5"-1"0,9-2 0,7 1 0,1 4 0,-1 3 0,-10 3 0,-2 3 0,-6 2 0,-4 5 0,-4 1 0,-5 7 0,-7 1 0,-6 0 0,-13 0 0,3-7 0,-4 0 0,11-8 0,6-2 0,11-4 0,8 0 0,23 4 0,11 5 0,-7-1 0,2 2 0,-5 0 0,-1 0 0,4 4 0,-3 0 0,10 10 0,-14-2 0,-15-8 0,-11-6 0,-5-2 0,-4-1 0,-12 2 0,-4-3 0,-19 1 0,-7-3 0,25-2 0,0 0 0,-1 0 0,1 0 0,-5 1 0,5-2 0,14 2 0,6-1 0,4 0 0,1 0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45:09.477"/>
    </inkml:context>
    <inkml:brush xml:id="br0">
      <inkml:brushProperty name="width" value="0.05292" units="cm"/>
      <inkml:brushProperty name="height" value="0.05292" units="cm"/>
    </inkml:brush>
  </inkml:definitions>
  <inkml:trace contextRef="#ctx0" brushRef="#br0">3326 9469 24575,'13'0'0,"16"0"0,14-1 0,1 0 0,7 0-1093,-11 0 1,1-1 0,3 1 446,-4 0 1,3 1-1,1-1 1,0 0-11,-5 1 1,1-1-1,0 1 1,1 0 0,1-1 600,-1 1 0,1 0 0,1 0 0,0 0 0,0 0 0,0 0 55,7 0 0,-1 0 0,0 0 0,1 0 0,0 0 0,-4 0 0,1 0 0,0 0 0,0 0 0,1 0 0,0 0-316,-5 0 1,1 1-1,0-1 1,0 1-1,1-1 1,-2 1 0,0-1 315,3 1 0,-2 0 0,-1-1 0,1 1 0,1 0 0,2 0-365,-3 0 0,1 0 1,2 1-1,0-1 1,0 1-1,0-1 0,-2 1 1,-1 0 364,4-1 0,-2 1 0,-1 0 0,0 0 0,1 0 0,2 0-154,-4 0 1,1 0-1,2 0 1,0 0-1,0 0 1,0 0-1,-1 0 1,-2 0 153,6 1 0,-3-1 0,0 0 0,0 0 0,1 0 0,2 0-59,-4 0 1,1 0-1,1 1 1,1-1 0,0 1-1,0-1 1,-1 0 0,-2 0 58,-1 0 0,0 0 0,-1 0 0,-1 0 0,0 0 0,1 0 0,1 0-14,3 0 0,0 1 0,1 0 0,1 0 0,-1 0 0,1-1 0,-1 1 14,-4-1 0,-1 0 0,1-1 0,0 1 0,0-1 0,0 1 0,-2 0 0,0 0 0,7 0 0,-1 1 0,-1 0 0,0 0 0,1-1 0,2 1 0,-5-1 0,2 1 0,1-1 0,1 0 0,0 0 0,-1 0 0,-2 0 0,-1 0 0,1 1 0,-1-1 0,-2 1 0,0-1 0,1 1 0,2 0 0,-4-1 0,2 1 0,1-1 0,0 1 0,1-1 0,-2 1 0,0-1 0,-2 1 0,3-1 0,-2 0 0,-2 0 0,1 1 0,0-1 0,3 1 37,1-1 0,2 1 0,1 0 0,1 0 1,-2 0-1,0 0 0,-4 0-37,5 0 0,-3-1 0,-1 1 0,0-1 0,0 0 152,3 1 0,0 0 1,0 0-1,0 0 1,-3-1-153,5 0 0,-1 0 0,-1 0 0,-3 0 514,5-1 1,-2 0 0,0 0-515,-9 0 0,1 0 0,-1 0 0,-3 0 1433,13 0 0,-4-1-1433,0 1 0,-3-1 3276,7 0-2683,-7 0 2683,-25 0-2897,-7 1 254,-10-1 1,-1 0 0,-1 0 0</inkml:trace>
  <inkml:trace contextRef="#ctx0" brushRef="#br0" timeOffset="2000">4381 8729 24575,'4'6'0,"-1"2"0,0 7 0,-1 7 0,0 19 0,0-17 0,0 2 0,2 17 0,1 5-1093,0-7 1,0 3 0,1 1 907,-1-8 1,0 1 0,0 1-1,0 2-454,1 1 0,1 3 0,-1 0 0,1 1 0,-1-1 639,0-3 0,-1 0 0,1-1 0,-1 1 0,1 3-547,0 1 1,1 3 0,-1 2 0,1-1 0,-1 1 0,1-2 415,-2-4 1,0-2 0,0 1 0,0-1 0,0 2 0,0 2-252,-1-6 1,1 2-1,0 1 1,-1 1 0,1 0-1,-1-1 1,1 0 0,-1-2 381,0 6 0,0-1 0,1-1 0,-1 0 0,0 0 0,0 2 0,0-1 0,0 1 0,0 1 0,1 0 0,-1 0 0,0-1 0,0-2 0,-1 2 0,1-1 0,-1-1 0,0 0 0,1-1 0,-1 0-113,0-2 1,0 0 0,0-1 0,0 0 0,0 0 0,0 0 112,0 8 0,1 0 0,-1 0 0,0-2 0,0-2 143,0-2 1,0-2 0,0-1 0,0 0-144,1 4 0,-1 1 0,1-2 0,0-2 610,0-1 0,0-2 0,0 0-610,1 3 0,-1 1 0,1-2 1610,-1 3 0,0 0-1610,0-11 0,-1 2 0,1-2 0,0 8 0,0-1 1587,0 0 1,1-1-1588,0-3 0,0-1 1328,-2-8 0,0-1-1328,-1 0 0,1-1 1807,-2 10-1807,1 1 1162,1-8-1162,3 9 567,4 1-567,1 3 0,0-1 0,-4-12 0,-1-2 0,-4-9 0,1-2 0,-2-5 0,0-2 0,-1-3 0,1 0 0,0-5 0,3-5 0,-2 1 0,1-1 0</inkml:trace>
  <inkml:trace contextRef="#ctx0" brushRef="#br0" timeOffset="3148">3478 8960 24575,'37'-6'0,"-5"2"0,3 0 0,10 0 0,3 1-1093,-7 1 1,3 0 0,-2 1 932,-4 0 0,-2 0 1,-1 1 159,10 0 0,-5 0 1168,6 0-1168,-32 2 615,-11 1-615,-6 8 0,-2 4 0,-4 8 1973,-9 10-1973,0-3 0,-6 7 0,6-12 0,-2 2 0,6-9 0,-1 3 0,4-2 0,2-1 0,3 2 0,3-5 0,2 5 0,4-6 0,6 5 0,10-1 0,15 3 0,-2-5 0,-5-5 0,-12-6 0,-10-5 0,7-5 0,-8 3 0,7-1 0</inkml:trace>
  <inkml:trace contextRef="#ctx0" brushRef="#br0" timeOffset="3721">3842 9065 24575,'10'0'0,"13"0"0,10 0 0,-6 1 0,1 0 0,22 1 0,-19-1 0,-1 0 0,9 0 0,3-1 0,-26 0 0,-3 0 0</inkml:trace>
  <inkml:trace contextRef="#ctx0" brushRef="#br0" timeOffset="4701">3107 13003 24575,'4'12'0,"8"32"0,-5-17 0,0 3-1086,4 17 0,0 2 1086,-2-6 0,-1 0 0,2 3 0,-1-2 293,-3-12 0,-1-2-293,1-2 0,-1-1 385,-1 4-385,-2-9 0,-1-13 0,0-5 0,0-4 0,-1-1 0</inkml:trace>
  <inkml:trace contextRef="#ctx0" brushRef="#br0" timeOffset="5084">3498 13448 24575,'32'-12'0,"-20"7"0,12-4 0</inkml:trace>
  <inkml:trace contextRef="#ctx0" brushRef="#br0" timeOffset="6018">4143 13090 24575,'-5'-3'0,"-7"-4"0,-6 1 0,-7-3 0,-2 4 0,4 2 0,0 7 0,4 2 0,-4 9 0,5 3 0,-3 8 0,8-2 0,3 2 0,6 0 0,4-7 0,3 4 0,1-9 0,5-1 0,3-6 0,10-3 0,13-4 0,5-5 0,-14 0 0,0-2 0,11-7 0,0-7 0,-13 1 0,-5-2 0,-8 4 0,-4 1 0,-4 8 0,-1 1 0,-2 7 0,-3 18 0,-3 10 0,0 3 0,0 2 0,0 0 0,0 0-327,0 11 1,1 1 326,2-10 0,0-1 0,2 4 0,0-2 0,1 9 0,-1-5 0,0-16 0,0-6 0,0-7 0,0-6 0,1-2 0,0-2 0</inkml:trace>
  <inkml:trace contextRef="#ctx0" brushRef="#br0" timeOffset="7524">11737 8889 24575,'-13'5'0,"-6"8"0,-6 8 0,7-4 0,-1 4 0,0 2 0,0 2 0,1 2 0,2 2 0,1 5 0,3 0 0,5-5 0,3 1 0,4 5 0,3 0 0,3-8 0,4-2 0,7 4 0,4-3 0,3-8 0,2-3-645,12-1 1,3-5 644,1-7 0,-1-5 0,-1-1 0,-1-5 0,-2-5 0,-3-5 122,-12 3 1,-3-4-123,-2-6 0,-3-3 0,-6 2 0,-5-2 0,-5-8 0,-5-2-434,-3 6 1,-4-1 433,-8-5 0,-5 2 0,2 9 0,-1 3 0,1 2 0,1 4 0,-15 0 928,20 14-928,9 7 70,6 3-70,4 2 228,2 3 0,-2-4 0,3-1 1</inkml:trace>
  <inkml:trace contextRef="#ctx0" brushRef="#br0" timeOffset="7997">12482 9318 24575,'22'-9'0,"-12"6"0,4-6 0</inkml:trace>
  <inkml:trace contextRef="#ctx0" brushRef="#br0" timeOffset="8616">12777 9059 24575,'-15'26'0,"2"-3"0,3 10 0,4-7 0,7 8 0,5-6 0,5-1 0,6-7 0,1-11 0,9-5 0,2-9 0,13-6 0,-3-3 0,4-5-3277,-13 4 0,-8 3 3047,-9 3 230,-8 2 0,-1-3 0,-3 0 0,-3-4 0,-2-1 3276,-12-8 0,-14-6-3160,10 12 0,-3 1-116,-5-2 0,-1 2 0,-13-5 0,8 8 0,22 10 0,7 3 0,4 1 0,3 1 0,-1-1 0,1 1 0</inkml:trace>
  <inkml:trace contextRef="#ctx0" brushRef="#br0" timeOffset="9440">13561 8987 24575,'-21'-6'0,"-10"-2"0,-15 0 0,19 3 0,-2 1 0,-4 0 0,-1 2 0,5 1 0,0 1 0,-3 3 0,1 2 0,-14 6 0,1 11 0,14 0 0,5 1 0,10 0 0,9-3 0,3 2 0,4-4 0,2 0 0,6-4 0,8-2 0,8-6 0,20-7 0,-18-4 0,1-2 0,3-2 0,0-2 0,3-5 0,-1-1 0,-9 2 0,-1-1 0,0-3 0,-1 0 0,4-7 0,-5 3 0,-12 11 0,-4 9 0,-2 16 0,-2 17 0,0 4 0,0 5-1072,-1 4 1,0 5 1071,0-3 0,0 4 0,0-1 0,0-2 0,1-1 0,0-1 0,-1-2 0,1-1 0,-1-3-16,1 11 0,0-7 16,0-1 0,-1-16 0,1-18 0,0-5 0,2-8 535,-1-7 0,1 3 0,-3 0 0</inkml:trace>
  <inkml:trace contextRef="#ctx0" brushRef="#br0" timeOffset="10899">12607 10080 24575,'-1'15'0,"-2"12"0,-2 17 0,2-3 0,1 4-1093,1-10 1,-1 1 0,1 4 300,0 5 0,0 5 1,1 1-1,-1 0 136,1-11 1,-1 0-1,1 0 1,0 1 0,-1 3 547,0-2 1,0 3 0,0 1-1,0 1 1,0 1 0,0-2 0,0-1-204,0 1 1,0-1 0,0 0 0,1 0 0,-1 0 0,0 3 310,1-1 0,-1 2 0,0 1 0,0 1 0,0-1 0,1-1 0,-1-2 0,1-1 0,0-1 0,0-1 0,0-1 0,0-1 0,1 1-263,-1 3 1,1 0-1,0 0 1,0-2-1,0-2 263,1 2 0,-1-1 0,0-2 0,0-4 671,1 8 0,0-4-671,0-8 0,-1-5 3276,-1-4-3147,1-12 3147,-1-8-1119,0-2 1111,1 1-3268,0 2 198,1 3-198,-1-2 0,2 1 0,-3-2 0,2-1 0,-2-2 0,0-1 0,-1-1 0</inkml:trace>
  <inkml:trace contextRef="#ctx0" brushRef="#br0" timeOffset="12139">5443 13384 24575,'16'-2'0,"9"-1"0,0 2 0,4 0 0,5 0 0,4 0-1093,1 0 1,3 0 0,3 0 367,-4 1 0,3 0 0,1-1 1,0 1 68,-4-1 1,0 0-1,1 0 1,2 0 0,1 1 529,-4 1 1,1 0 0,1 1 0,1 0 0,1 0 0,-1-1 0,0 0-170,1 0 1,-1 0 0,1-1-1,-1 0 1,1 0 0,0 1-1,1-1 295,3 2 0,0-1 0,1 1 0,0 0 0,0 0 0,0 0 0,0-1-383,0 0 0,-1-1 0,1 1 1,-1-1-1,1 1 0,0-1 1,0 0 382,-2 0 0,1-1 0,1 1 0,0-1 0,0 0 0,-1 0 0,-1 1 0,0-1-155,-1 0 1,0 0-1,-2 0 1,0 0-1,1 0 1,0-1 0,2 1 154,0-1 0,2 0 0,1-1 0,0 1 0,0-1 0,-1 0 0,-2 1 0,-2-1 0,1 0 0,-2 0 0,-2 1 0,-1-1 0,1 0 0,0-1 13,3 1 1,0-1-1,1-1 1,-1 1 0,1 0-1,-2-1-13,0 1 0,-1 0 0,1 0 0,-1 0 0,-1 0 0,0 0 0,4 0 0,-2 0 0,0-1 0,1 1 0,2-1 0,-1 1 0,2-1 0,2 1 0,-1-1 0,-1 0 0,-3 1 123,-2 0 0,-2 0 0,-1 0 0,0 0 0,2 0-123,-1 0 0,2 0 0,1 1 0,-1-1 0,0 1 0,-3 0 230,6-1 0,-2 0 0,-1 0 1,2 1-231,-1 1 0,1-1 0,1 1 0,-1 0 0,-2 0 399,-1 1 1,-2 0 0,-1 0-1,1 0-399,3 0 0,0 0 0,0 0 0,-1 1 0,8 0 0,-1 0 0,-2 0 676,-9-1 0,-1 1 1,0-1-677,3 1 0,0 0 0,-3 0 1369,1 0 1,-3 0-1370,2 0 0,-2 0 3247,7 0-3247,-10 0 2778,-19 0-2778,-8 0 1730,-2 0-1730,16 1 0,-12-1 0,10 2 0</inkml:trace>
  <inkml:trace contextRef="#ctx0" brushRef="#br0" timeOffset="13141">13119 12954 24575,'-10'-8'0,"-21"-16"0,9 7 0,-4-2-1078,-3 0 1,-3-2 0,0 1 1077,3 1 0,0 1 0,-1 2 0,-6-1 0,-1 1 0,1 2 235,-1 0 1,1 3-236,-1 5 0,1 3 0,-11 4 653,-2 11-653,17 6 0,4 7 0,4 14 0,15-16 0,2 2 0,0 13 0,1 4 29,2-3 1,2 3-30,1-4 0,3 3 0,0-1 0,1-3 0,0 0 0,2-1 0,0 2 0,2-1 0,1 0 0,2 0 0,1-1 0,2-2 0,4 6 0,5-3 0,-3-8 0,3-1 0,2-3 0,9 2 0,3-5 0,-1-5 0,3-3 0,-1-2 0,11-3 0,1-6 0,-9-4 0,1-2 0,-2-4 0,5-5 0,-3-5 0,-11 0 0,-1-4 0,-4-1 0,5-12 0,-6-4 0,-3-1 0,-5-4 0,-10 7 0,-3-1 0,-4 0 0,-4 1 0,-2 1 0,-4-2-524,-2 1 1,-3-3 0,-1 1-1,-1 2 524,-4-4 0,0 3 0,-2 1 0,-2-1 0,-1 0 0,1 5 0,3 5 0,1 6 0,-10-3 0,20 20 0,-1 6 352,-13 11 0,16-8 0,-13 5 1</inkml:trace>
  <inkml:trace contextRef="#ctx0" brushRef="#br0" timeOffset="54033">11901 8276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46:16.786"/>
    </inkml:context>
    <inkml:brush xml:id="br0">
      <inkml:brushProperty name="width" value="0.05292" units="cm"/>
      <inkml:brushProperty name="height" value="0.05292" units="cm"/>
    </inkml:brush>
  </inkml:definitions>
  <inkml:trace contextRef="#ctx0" brushRef="#br0">18290 13162 24575,'19'-2'0,"12"0"0,-1-1 0,5 0-1093,-2 1 1,4 0 0,1 0 618,8 0 0,1 0 0,2 1-346,-8 0 1,0 0 0,2 0 0,2 0 797,-1 1 0,2-1 1,2 1-1,0 0 0,-2 0-337,-2 0 1,-2 1-1,1 0 1,0 0-1,1 0 359,-2-1 0,2 1 0,1-1 0,-1 1 0,1 0 0,-2-1 0,6 1 0,0 0 0,0 0 0,-2 0 0,-1 0 0,1-1 0,-1 1 0,-1 0 0,-1-1-226,1 0 0,0 0 1,-1 0-1,-6 0 226,8 0 0,-5 0 675,-7 0 0,-5 0-675,-4 0 3086,-10 0-3086,-4 0 3276,0 0-1951,7 0 419,2 0-1744,9 0 0,1 0 0,9 2 0,0-1 0,-13 0 0,1 1 0,1 0 0,2 0 0,0-1 0,2 1 0,4 1 0,1 0 0,-6-1 0,0 0 0,3 1 0,0 1 0,14-1 0,-10 2 0,-18-4 0,-10 0 0,-5-1 0,-3 0 0,5 0 0,2 0 0,-2 0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38:59.173"/>
    </inkml:context>
    <inkml:brush xml:id="br0">
      <inkml:brushProperty name="width" value="0.05292" units="cm"/>
      <inkml:brushProperty name="height" value="0.05292" units="cm"/>
    </inkml:brush>
  </inkml:definitions>
  <inkml:trace contextRef="#ctx0" brushRef="#br0">26505 5436 24575,'16'-3'0,"7"0"0,4 0 0,16-3 0,4 1-1093,-11 2 1,2 0 0,1 1 820,5-1 0,2 1 0,-3 0 272,6 1 0,-5 0 632,-3 1 0,-6 0-632,1 0 668,-18 0-668,-12 0 0,-1-1 0,5 0 540,14-2 0,-11 1 0,5 1 1</inkml:trace>
  <inkml:trace contextRef="#ctx0" brushRef="#br0" timeOffset="538">27741 4919 24575,'1'13'0,"1"20"0,0 1 0,-1 5-1093,1-7 1,0 2 0,1 2 620,-2 2 0,1 4 1,0 1-1,0-2 472,2 7 0,0-2 0,0 2 0,-1-7 0,0 2 0,0-2 0,0-2 211,0-4 0,1-2 0,-2-1-211,2 13 0,-1-4 1029,-1 2-1029,-2-11 0,1-16 0,-1-8 663,0-5 1,1-3 0,-1-1-1</inkml:trace>
  <inkml:trace contextRef="#ctx0" brushRef="#br0" timeOffset="921">28387 5503 24575,'0'0'0</inkml:trace>
  <inkml:trace contextRef="#ctx0" brushRef="#br0" timeOffset="1496">28946 4768 24575,'2'16'0,"0"21"0,0-11 0,0 5 0,0 3 0,0 5 0,0-1-1093,0-1 1,0-1 0,0 3 1016,0 8 1,1 2-1,-1-3 76,0-9 0,-1-3 0,0 1 124,0-1 0,-1 1 0,1-3-124,-1-2 0,0-2 0,0 19 0,0-28 0,0-9 0,0-8 0</inkml:trace>
  <inkml:trace contextRef="#ctx0" brushRef="#br0" timeOffset="2428">29416 4781 24575,'0'12'0,"-2"12"0,-4 7 0,1-6 0,-2 2 0,0 0 0,-1 0 0,-2 12 0,-1 2 0,0-1 0,1 1-571,1 0 0,1-1 571,1 0 0,2-2 0,2-5 0,2 0-1639,3-1 1,0-1 73,1-5 1,2-1-1713,9 19 2974,7-14 303,2-6 0,19-2 0,-18-14 0,1-2 0,4-1 0,3-2 0,5-2 0,2-2 0,-7-1 0,-1-1 0,6-3 0,-1 0 552,10-6-552,-8-2 3276,-19 3-1646,-7 1 1646,-7 1-882,-3 0-2394,-3-2 0,-6-8 0,-5-2 0,-16-13 0,-3 3 0,12 14 0,0 1 0,-6-2 0,8 7 0,13 10 0,3 2 0,1 1 0,-3 5 0,-3 3 0,-5 6 0,-6 4 0,-8 5 0,1-1 0,-8 4 0,10-8 0,0 2 0,9-7 0,4-3 0,5-6 0,2-3 0,2-3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46:25.550"/>
    </inkml:context>
    <inkml:brush xml:id="br0">
      <inkml:brushProperty name="width" value="0.05292" units="cm"/>
      <inkml:brushProperty name="height" value="0.05292" units="cm"/>
    </inkml:brush>
  </inkml:definitions>
  <inkml:trace contextRef="#ctx0" brushRef="#br0">16742 5286 24575,'5'0'0,"0"0"0,2 1 0,4-1 0,4 1 0,7 0 0,-2 0 0,-3 0 0,-7 0 0,-5-1 0,-1 0 0,0 0 0,4 0 0,3 0 0,7 0 0,2 0 0,6 1 0,-1 0 0,1 0 0,3 1 0,-5 0 0,-1 0 0,-10-1 0,-6-1 0,-6 0 0,-1 0 0,-1 0 0</inkml:trace>
  <inkml:trace contextRef="#ctx0" brushRef="#br0" timeOffset="63892">17817 16031 24575,'0'0'0</inkml:trace>
  <inkml:trace contextRef="#ctx0" brushRef="#br0" timeOffset="65006">17855 15846 24575,'-11'11'0,"-3"7"0,0 10 0,6-2 0,0 3 0,3 2 0,2 2-667,4 15 1,2 2 666,3-11 0,3-1 0,5 5 0,3-2 97,2-12 1,1-5-98,0-3 0,2-4 0,3-2 0,0-4 0,16-1 0,-16-8 0,1-2 0,12-7 1001,2-12-1001,-14-7 0,-7-18 0,-15 15 0,-5-1-398,-2-5 1,-5-2 397,-7-7 0,-4 1 0,-1 4 0,-3 2 0,-6-2 0,-1 3 0,8 11 0,1 3 0,-16-12 0,20 22 0,9 9 0,7 5 0,3 1 0,-1 0 233,2 0 0,-2-2 0,0 0 0</inkml:trace>
  <inkml:trace contextRef="#ctx0" brushRef="#br0" timeOffset="65388">18452 15957 24575,'0'0'0</inkml:trace>
  <inkml:trace contextRef="#ctx0" brushRef="#br0" timeOffset="66055">18648 15630 24575,'4'14'0,"0"7"0,2 23 0,-3-20 0,1 2 0,0 9 0,0 1 0,-2-6 0,0-2 0,0-2 0,-1-1 0,-1 8 0,0-15 0,0-5 0,0-6 0,0 0 0,0-3 0,0 0 0,0 1 0,0 6 0,0-1 0,1 5 0,0-6 0,-1-1 0,0-4 0,1-3 0,0-2 0</inkml:trace>
  <inkml:trace contextRef="#ctx0" brushRef="#br0" timeOffset="66873">18774 15668 24575,'11'-4'0,"12"-5"0,10-1 0,-7 4 0,3 1 0,-4 2 0,1 0 0,5 1 0,-1 1 0,10 2 0,-7 2 0,-16 3 0,-6 2 0,-5 9 0,-3 3 0,-3 16 0,-4 0 0,-3-10 0,-1-1 0,-11 15 0,5-17 0,-1-2 0,-10 10 0,2-8 0,9-8 0,6-8 0,5-2 0,1-3 0,3 0 0,0-1 0,5 0 0,5 1 0,12 0 0,4-1 0,11 1 0,-12-3 0,-3 1 0,-15-1 0,-5 0 0,5-1 0,-5 1 0,4-1 0</inkml:trace>
  <inkml:trace contextRef="#ctx0" brushRef="#br0" timeOffset="68145">19275 15636 24575,'8'-10'0,"10"-3"0,16-2 0,11 1 0,-16 9 0,1 0 0,16 1 0,-3 6 0,-22 0 0,-9 2 0,-9-1 0,-4 1 0,-7 5 0,-6 3 0,-12 9 0,0-2 0,-5 5 0,9-6 0,3-1 0,9-7 0,2-4 0,7-5 0,2-1 0,5-2 0,13-2 0,9 1 0,10 1 0,1 6 0,-9 3 0,-8 3 0,-10 5 0,-8 0 0,-2 6 0,-6-3 0,-3 4 0,-6-4 0,0-4 0,-2-2 0,4-6 0,0 0 0,3-3 0,1-1 0,4 0 0,0-2 0,0 1 0,1-1 0,0 0 0</inkml:trace>
  <inkml:trace contextRef="#ctx0" brushRef="#br0" timeOffset="68843">19997 15473 24575,'-4'8'0,"-2"4"0,-3 3 0,-9 27 0,4-5 0,5-11 0,1-1 0,3 9 0,2-13 0,3-3 0,4-8 0,15-2 0,3-6 0,10-4 0,-4-8 0,-5-8 0,-5-5 0,-4-9 0,-9 0 0,-7-8 0,-4 11 0,-2 3 0,2 15 0,2 4 0,0 4 0,-7 2 0,7 1 0,-6 0 0</inkml:trace>
  <inkml:trace contextRef="#ctx0" brushRef="#br0" timeOffset="103224">23724 14444 24575,'-15'3'0,"-4"2"0,-10 8 0,8-1 0,-2 3 0,-3 3 0,-1 4-922,0 2 0,-1 3 0,2 2 922,1 0 0,3 2 0,-1 2 0,3-1 0,0 2 0,1 1 0,3-1 0,0 3 0,2-1 0,3 1 0,4 3 0,3 2 0,4-5 20,5 1 0,7-3-20,10 3 0,9-5 0,7-9 0,5-7-506,-11-6 1,3-3 0,0-2 505,4-2 0,1-3 0,-1-3 0,7-3 0,-2-5-176,-1-4 0,-4-4 176,-15 1 0,-3-3 0,-1-9 0,-4-4 0,-6 0 0,-5-2 178,-4 3 0,-2-3 0,-2 1-178,-6-15 0,-4 1 0,-1 2 0,-3 3 237,-2 7 1,-1 5-238,-9-4 1576,-1 11-1576,12 15 410,3 6-410,7 5 1486,1 1-1486,4 0 0,2-1 0,1-1 0</inkml:trace>
  <inkml:trace contextRef="#ctx0" brushRef="#br0" timeOffset="103686">24652 14906 24575,'22'-11'0,"1"-1"0,-7 5 0,22-12 0</inkml:trace>
  <inkml:trace contextRef="#ctx0" brushRef="#br0" timeOffset="104507">25063 14361 24575,'-16'5'0,"-1"1"0,8 3 0,-1 4 0,5-1 0,0 8 0,9 5 0,7 7 0,4-9 0,4 1 0,5 0 0,3 1-393,-3-3 0,3 0 1,0-1 392,7 5 0,1-1 0,3 2 0,-3-1 0,-13-10 0,-1-1 0,14 14 0,-19-8 0,-5-3 0,-7 2 0,-4-3 1178,-4 5-1178,-5-3 0,-6 1 0,-5-5 0,-15-3 0,-10-6 0,1-4 0,7-4 0,20 1 0,12-2 0,6-2 0,8-23 0,4-10 0,1 7 0,1-2-470,3-2 1,1-1 469,2 1 0,0-1 0,5-6 0,0 0 0,-7 11 0,-1 2 0,0-2 0,-3 3 0,-1-2 0,-7 9 0,-10 8 0,-1 1 0,-2 4 939,1 3-939,3 3 0,1 2 0,0 0 0</inkml:trace>
  <inkml:trace contextRef="#ctx0" brushRef="#br0" timeOffset="105228">25567 14319 24575,'9'0'0,"9"0"0,19 0 0,-7 0 0,3-1-681,2 0 0,2 1 681,4-1 0,0 0 0,-11 1 0,-3 0 443,15 0-443,-24 0 226,-12 0-226,-5 1 0,0 4 0,-1 6 693,1 17-693,-1 14 0,-1-12 0,1 1 0,0-2 0,0-2 0,-1 2 0,1-3 0,0 6 0,0-10 0,0-13 0,0-5 0,0-2 0,1-2 0,10-3 0,-7 2 0,6-3 0</inkml:trace>
  <inkml:trace contextRef="#ctx0" brushRef="#br0" timeOffset="106197">26193 14319 24575,'13'0'0,"11"-1"0,17-1 0,-11-1 0,2 0-1066,13 0 0,1 0 1066,-5-1 0,0 0 0,6 1 0,-4 0 684,6-1-684,-15 1 352,-25 4-352,-8 4 0,-1 13 0,-1 28 0,-1-16 0,-1 2 26,1 12 1,-1 3-27,0-5 0,1-1 0,-1-2 0,2-3 0,0-4 0,0-3 0,0 7 0,0-4 0,1-14 0,0-6 0,0-8 260,10-6 1,-8 0 0,8-2 0</inkml:trace>
  <inkml:trace contextRef="#ctx0" brushRef="#br0" timeOffset="107094">27298 14431 24575,'-2'5'0,"-3"2"0,-1 1 0,-6 10 0,-1 2 0,-4 11 0,1-1 0,2 1 0,3 4 0,6-6 0,2 10 0,3-10 0,4 2 0,1-10 0,8-3 0,11-7 0,15-7 0,-9-3 0,2-2-263,-1-1 1,2-1 262,7-3 0,0 1 0,-8 0 0,-1 1 0,3-2 0,-2 0 0,13-2 0,-8 0 0,-16 1 0,-10-1 0,-4-3 0,-5-4 525,-4-13-525,-8-8 0,2 11 0,-1-2 0,-7-18 0,-2 0 0,6 16 0,-1 9 0,1 4 0,1 5 0,-3 3 0,4 2 0,-1 3 0,6 2 0,-1 2 0,1 0 0,-4 0 0,-4 0 0,0 0 0,-5-1 0,3 0 0,-5-1 0,6 1 0,-2-1 0,6 1 0,4-1 0,3 1 0</inkml:trace>
  <inkml:trace contextRef="#ctx0" brushRef="#br0" timeOffset="136933">4380 9439 24575,'-2'-9'0,"-1"-2"0,-2 0 0,-1-1 0,0 1 0,-3-1 0,-1 1 0,-6-5 0,-2 2 0,-9-5 0,1 2 0,-7-1 0,7 4 0,2 2 0,6 5 0,7 3 0,3 2 0,2 1 0,2 1 0,0 0 0,-1 3 0,-3 0 0,0 3 0,-4 3 0,1 1 0,-5 11 0,2 7 0,3-4 0,1 3 0,0 1 0,0 1-587,-3 13 0,0 2 587,3-1 0,1 1 0,0 0 0,2-1 0,2 2 0,3-1-178,0-12 0,1 0 178,1 3 0,0-2 0,1 16 0,-1-22 0,0-2 0,1 11 0,-1 8 1151,0-6-1151,0 2 0,1 6 0,-1-2 0,2-14 0,0 2-146,2 3 1,1 2 145,-1 1 0,0 0 0,3 4 0,-1 1-638,0 0 1,-1 0 637,0 4 0,0-1 0,-1 2 0,0 1 0,-2-12 0,0 1 0,0 0 0,0 9 0,-1 0-534,2-7 0,-1 1 0,1-1 534,-1-6 0,0-1 0,0 1 0,2 9 0,1 3 0,1-2-629,0-2 1,-1 0 0,1 0 628,1 2 0,-1 1 0,0-1 0,1-3 0,-1-1 0,-1 0-183,0-3 1,-1-1 0,0-1 182,0 13 0,0-2 332,-2-6 1,1-2-333,-3-5 0,0-2 1434,0 12-1434,-1 4 2080,0-13-2080,-1 2 1359,-1-9-1359,0-5 441,-3-1-441,-2-6 0,-3 3 0,-4-2 0,-9 3 0,-1-4 0,-8-2 0,6-6 0,-4-5 0,4-1 0,1 0 0,-2-3 0,5-2 0,-8-7 0,-3-7 0,9 4 0,2-2 0,15 11 0,-10 0 0,13 4 0,-10-2 0</inkml:trace>
  <inkml:trace contextRef="#ctx0" brushRef="#br0" timeOffset="140193">5372 10115 24575,'17'-2'0,"8"1"0,22 1 0,-21 0 0,1 0 0,8 0 0,0-1 0,-5 1 0,-1-1 0,-3 0 0,-1-1 0,12-5 0,-15 1 0,-3-4 0,-6 1 0,1-6 0,-3 0 0,0-5 0,-6 2 0,-2 0 0,-7-2 0,-6 2 0,-8-3 0,-4 3 0,-10-2 0,3 7 0,-6 3 0,8 6 0,-4 5 0,2 3 0,0 3 0,-5 7 0,7 0 0,-9 7 0,5 0 0,-7 11 0,8-3 0,12-10 0,2 1 0,-6 18 0,4 4 0,11-16 0,3 1 0,0 22-1639,5-18 1,1 0-1,2-5 1,1 0 1523,3 3 0,1 0 115,9 11 0,5-1 0,-1-14 0,0-5 0,7-8 0,0-4 3276,15-4 0,-3-3-3160,-15-1 0,-1-1-116,14-3 0,10-4 0,-4-4-3277,0-2 2621,-19 5 1,-2 1-1,-3 0 1,1 0 0</inkml:trace>
  <inkml:trace contextRef="#ctx0" brushRef="#br0" timeOffset="141892">6030 9243 24575,'11'-5'0,"22"1"0,-4 2 0,4 1 0,3 1 0,2 2 0,5 0 0,-3 1 0,-13 0 0,-3 0 0,8 5 0,-23-3 0,-15 5 0,-9 5 0,-17 16 0,10-9 0,-2 1-450,-1 3 0,-1 1 450,-4 9 0,0-1 0,9-7 0,1 0 0,1 1 0,2-1 0,2 6 0,7-11 0,8-11 0,10 1 0,0-7 900,18 2-900,-2-7 0,16-1 0,-8-3 0,2 0 0,-14-1 0,-5-2 0,-8-1 0,0-2 0,-5 4 0,-1 0 0</inkml:trace>
  <inkml:trace contextRef="#ctx0" brushRef="#br0" timeOffset="142320">6016 9497 24575,'14'1'0,"6"-1"0,3 0 0,13-1 0,-2 1 0,9-3 0,-9 1 0,2-3 0,-11-2 0,-3-1 0,-11 2 0,-4 3 0</inkml:trace>
  <inkml:trace contextRef="#ctx0" brushRef="#br0" timeOffset="143041">6542 9076 24575,'26'-10'0,"2"1"0,6 2 0,-8 2 0,-9 5 0,-10 2 0,-5 5 0,-1 9 0,-1 6 0,-5 13 0,-4-4 0,-9 9 0,-2-11 0,-2-3 0,5-10 0,3-7 0,7-4 0,3-3 0,4 0 0,5-1 0,5 0 0,8 0 0,-2-1 0,-3 0 0,-7 0 0,-4 0 0,-3 0 0</inkml:trace>
  <inkml:trace contextRef="#ctx0" brushRef="#br0" timeOffset="143546">5446 9393 24575,'22'-2'0,"19"-2"0,4 1 0,5 0-1093,-11 2 1,1-1 0,0 1 925,0 0 1,1 0-1,-3 0 167,13 1 0,-6 0 1175,-4 0-1175,-21 0 154,-15-1 0,-4 0 1,0 0-1</inkml:trace>
  <inkml:trace contextRef="#ctx0" brushRef="#br0" timeOffset="144209">5986 9887 24575,'15'-5'0,"18"-5"0,-1 2 0,4 0-1068,2 0 1,1 1 1067,-6 1 0,2 0 0,-1 2 0,7-1 0,-1 2 342,-6 0 1,-1 0-343,15 0 353,-25 2-353,-10 0 0,-10 0 0,-2-1 0,-2 1 0,-1-1 0</inkml:trace>
  <inkml:trace contextRef="#ctx0" brushRef="#br0" timeOffset="144918">6087 10076 24575,'-2'13'0,"-1"8"0,3 5 0,2 4 0,6 5 0,4-8 0,8 0 0,3-7 0,10-5 0,-2-8 0,6-8 0,-8-7 0,-3-6 0,-4-9 0,-11-2 0,-6-12 0,-12 0 0,-4 13 0,-3 2 0,-17-11 0,11 16 0,0 4 0,-12 1 0,-1 7 0,6 6 0,2 2 0,3 2 0,8 2 0,2 0 0,12-3 0,2-2 0,15-2 0,3 0 0,19-5 0,-19 2 0,3 0 0</inkml:trace>
  <inkml:trace contextRef="#ctx0" brushRef="#br0" timeOffset="145537">6324 9976 24575,'6'8'0,"2"2"0,5 3 0,-1 0 0,0-1 0,-7-5 0,-3-3 0,-5 0 0,-2 2 0,-3 2 0,-2 4 0,2-3 0,-1 1 0,4-4 0,0-1 0,3-2 0,0 0 0,2-1 0,0 2 0,3 0 0,3 1 0,6 1 0,1-4 0,4 1 0,-3-3 0,4-2 0,-4 0 0,-1-1 0,-7 1 0,-3 1 0</inkml:trace>
  <inkml:trace contextRef="#ctx0" brushRef="#br0" timeOffset="146032">5802 10651 13682,'46'1'0,"0"1"0,0 0 0,0 0 0,0-1 0,0 1 0,3 0 0,-3 0 0,1 0 0,0 0 0,0 0 0,-3 1 0,1-1 0,0 1 0,0-1 0,-3 1 0,-2-1 0,3 1 0,-3-1 0,-2 0 0,-1 1 0,7-1 0,-2 0 0,-6 0 1638,-8-1 0,-5-1-489,5-1 741,-23-2-1890,-4-2 1038,-1-3-1038,-10-6 819,-17 1 0,11 3 0,-8 5 0</inkml:trace>
  <inkml:trace contextRef="#ctx0" brushRef="#br0" timeOffset="146763">5424 11072 24575,'19'20'0,"8"9"0,-1 3 0,3 5-1639,0 1 1,1 2 1319,-3-2 1,1 3 0,-1-2 318,-6-8 0,-1-2 0,-1 0 291,-1 2 1,0-1 0,-3-2-292,-1-1 0,-2-3 784,1 8-784,-8-16 0,-2-12 0,7-22 0,7-18 0,-4 4 0,1-4 315,1-3 0,1-2-315,-4 6 0,1-3 0,-1 2 0,4-11 0,-2 1 0,2 2 0,-2 3 173,-6 15 0,0 4-173,5-5 0,1 15 0,19-4 0,-2 8 0,5 2-802,5 0 1,3 1 801,-3 2 0,4 2 0,-2 0 0,7-1 0,0 2 0,-15 0 0,1 1 0,-3 0 731,-5-1 0,-3 0-731,9 0 0,-24 0 0,-11-4 0,-15 1 0,-12 1 0,8 0 0,-2 3 0</inkml:trace>
  <inkml:trace contextRef="#ctx0" brushRef="#br0" timeOffset="147552">6088 11376 24575,'0'8'0,"0"6"0,2 4 0,-2 11 0,1-3 0,-1-2 0,1-6 0,-1-8 0,0-3 0,0-5 0,0-1 0,7-17 0,6-14 0,6-8 0,-7 14 0,0 2 0,14-12 0,-1 5 0,7 6 0,-9 10 0,-1 4 0,-12 7 0,-4 3 0,-5 1 0,-1 8 0,1 2 0,0 11 0,0 4 0,0 1 0,-1 2 0,0-9 0,0-1 0,-1-5 0,0-1 0,0-4 0,-1-3 0,2-3 0,-1-3 0,5-6 0,0 0 0,1 0 0,-2 2 0</inkml:trace>
  <inkml:trace contextRef="#ctx0" brushRef="#br0" timeOffset="148081">6393 11393 24575,'0'11'0,"1"7"0,1 25 0,-1-11 0,1 14 0,-1-25 0,-1-6 0,1-6 0,-1-5 0,0-3 0,9-17 0,11-16 0,-6 9 0,0-1 0,7-9 0,-6 9 0</inkml:trace>
  <inkml:trace contextRef="#ctx0" brushRef="#br0" timeOffset="148488">6534 11326 24575,'0'26'0,"0"-1"0,0 1 0,0-1 0,1 7 0,-1 7 0,1-15 0,-1 1 0,0-13 0,0-6 0,-1-3 0,1-2 0,1-9 0,1-12 0,-1 7 0,1-6 0</inkml:trace>
  <inkml:trace contextRef="#ctx0" brushRef="#br0" timeOffset="149936">6076 11425 24575,'16'-1'0,"19"0"0,-2 2 0,11 0 0,-21 2 0,-6 2 0,-11 0 0,-1 4 0,-4 1 0,0 2 0,-5 5 0,-2-3 0,-8 5 0,-5-2 0,-9 4 0,2-2 0,-6 4 0,5-1 0,3-2 0,0 0 0,8-6 0,-1-1 0,7-4 0,2-3 0,4-2 0,3-2 0,4 1 0,2 2 0,8 4 0,1-1 0,2 2 0,-5-5 0,-3-2 0,-4-2 0,5-3 0,4-3 0,-3 1 0,1 0 0</inkml:trace>
  <inkml:trace contextRef="#ctx0" brushRef="#br0" timeOffset="150768">6286 11348 24575,'11'0'0,"4"0"0,-1 0 0,4 0 0,1 0 0,3 0 0,18 0 0,6 1 0,-10-1 0,2 1 0,-6 1 0,-1-1 0,15 1 0,-21 0 0</inkml:trace>
  <inkml:trace contextRef="#ctx0" brushRef="#br0" timeOffset="152209">8481 10568 24575,'-28'1'0,"-18"0"0,20 0 0,-2 1 0,-9 2 0,-2 2-726,8 0 0,-1 3 726,-7 7 0,0 3 0,6 1 0,1 3 0,1 1 0,2 2 0,5-1 0,4 0 472,-2 6-472,11-8 240,8-15-240,3-3 0,3-3 0,10-1 740,14-4-740,-2-3 0,3-4 0,3-4 0,0-3-909,4-6 1,-1-6 908,-7-1 0,-1-3 0,-1-2-1034,-3-1 1,-2-2 0,1-3 1033,-2 0 0,1-4 0,-2-1 0,-1 2 0,-1-4 0,-1 2 0,-2-1-261,0-1 1,-1 0-1,-3 6 261,-3 5 0,-1 7 0,-2-5 0,-3 27 1439,-1 11-1439,-6 19 0,-6 19 0,2 4 0,-1 7 124,4-17 1,1 2 0,1 2-125,1 2 0,0 2 0,1 2 0,1-1 0,2-2 0,1 0 0,2-1 0,0 0 0,0-1 0,1 0 0,2-1 0,0-1 0,6 11 0,1-2 0,1-4 278,3 0 0,1-4-278,-1-6 0,-1-5 0,-1-3 0,-8-16 0,-2-16 0,6-12 738,3-10 0,-2 7 0,-4 5 0</inkml:trace>
  <inkml:trace contextRef="#ctx0" brushRef="#br0" timeOffset="152940">8779 10368 24575,'19'-1'0,"13"1"0,1-1 0,4 0-830,-1 2 1,2 1 829,8-1 0,-1 2 0,-15-1 0,-3 1 537,13 3-537,-27-3 275,-10 5-275,-3 6 0,-4 20 0,-8 13 0,-2-11 0,-4 3-414,-1-3 1,-2 2 413,-1-5 0,-1 2 0,-1-1 0,3-3 0,0-1 0,-1 0 0,1 0 0,0 0 0,0-2 0,-3 9 0,2-4 0,1 5 0,9-13 0,10-16 0,3-4 0,5-2 1674,15 0-1674,7-2 0,21-1 0,-21 0 0,1 0 0,0-1 0,1 0 0,3 1 0,-1-1 0,10-2 0,-10 1 0,-20 0 0,-9 0 0,-4-2 0,-4-5 0,3 4 0,-4-3 0</inkml:trace>
  <inkml:trace contextRef="#ctx0" brushRef="#br0" timeOffset="153368">8755 10715 24575,'16'0'0,"22"-1"0,-4 1 0,3 0-1143,6-1 0,2 1 1143,-11 0 0,1-1 0,-2 1 0,1 0 0,-2 0 183,14-1 0,-32 1 0,-10 0 0</inkml:trace>
  <inkml:trace contextRef="#ctx0" brushRef="#br0" timeOffset="155722">3890 12782 24575,'7'0'0,"2"0"0,8 1 0,4 0 0,10 0 0,-1 0 0,-10 0 0,-7-1 0</inkml:trace>
  <inkml:trace contextRef="#ctx0" brushRef="#br0" timeOffset="156327">4563 12577 24575,'-2'28'0,"1"3"0,2-6 0,0 1 0,1 21 0,-1-18 0,1 0 0,0 8 0,0-6 0,-2-19 0,0-5 0,0-5 0</inkml:trace>
  <inkml:trace contextRef="#ctx0" brushRef="#br0" timeOffset="156630">4879 12721 24575,'0'0'0</inkml:trace>
  <inkml:trace contextRef="#ctx0" brushRef="#br0" timeOffset="157024">5091 12535 24575,'-1'25'0,"-1"2"0,0 19 0,2 1 0,-1-13 0,1 1 0,0-6 0,0-1 0,0 1 0,0-1 0,-1 5 0,1-13 0,-1-13 0,1-6 0,3-14 0,-3 10 0,3-10 0</inkml:trace>
  <inkml:trace contextRef="#ctx0" brushRef="#br0" timeOffset="157699">5253 12538 24575,'-1'14'0,"0"5"0,-2 4 0,2 13 0,-2 1 0,3-10 0,-1 0 0,1 18 0,-1-16 0,2 0 0,1 20 0,0-5 0,4-11 0,-1-16 0,3-7 0,2-7 0,14-10 0,3-4 0,15-14 0,-5-8 0,-5-5 0,-7-1 0,-13 12 0,-4 3 0,-7 12 0,-2 4 0,0 5 0,-2 1 0,1 3 0,-4 4 0,-8 5 0,-5 6 0,-14 12 0,3 0 0,-2 4 0,9-9 0,7-6 0,7-9 0,4-4 0,11-16 0,-5 9 0,6-9 0</inkml:trace>
  <inkml:trace contextRef="#ctx0" brushRef="#br0" timeOffset="159476">5168 8870 24575,'-8'2'0,"-2"0"0,0 4 0,-7 4 0,-18 16 0,5-3 0,6-4 0,-1 0 0,-10 7 0,-1-2 0,-3-1 0,10-8 0,-9-1 0,8-6 0,-12-5 0,10-5 0,-13-9 0,24 1 0,0-6 0,26-2 0,27 0 0,12 0 0,-1 12 0,4 2 0,0 4 0,0 2 0,-1-1 0,-3 2 0,-11-1 0,-5 2 0,-4-1 0,-23-2 0,0 3 0,1 6 0,1 2 0,3 7 0,5-1 0,1 0 0,5-1 0,0-6 0,8-2 0,1-4 0,15-2 0,-3-5 0,7-6 0,-10-13 0,-12 0 0,-10-5 0,-15 2 0,-3 7 0,-3-2 0,0 8 0,0 1 0,2 5 0,-17-4 0,4 4 0,-21-4 0,12 6 0,-6 0 0,19 1 0,2 2 0,12-1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53:32.393"/>
    </inkml:context>
    <inkml:brush xml:id="br0">
      <inkml:brushProperty name="width" value="0.05292" units="cm"/>
      <inkml:brushProperty name="height" value="0.05292" units="cm"/>
    </inkml:brush>
  </inkml:definitions>
  <inkml:trace contextRef="#ctx0" brushRef="#br0">21914 4505 24575,'0'0'0</inkml:trace>
  <inkml:trace contextRef="#ctx0" brushRef="#br0" timeOffset="1519">22926 4750 24575,'-19'-4'0,"-7"-1"0,-5-2 0,-12-4 0,-6-2-820,7 4 1,-4 0 0,-2-1 0,1 0-1,0-1 1,1 0 0,-2 0 0,-2 0 272,9 2 1,-1 1 0,-1 0 0,-1 0 0,0 0 0,-1 0 281,3 0 0,-1 1 0,-1-1 0,0 1 1,0 0-1,1 1 0,0-1 265,-2 1 0,0 0 0,1 0 0,-1 1 0,0 0 0,-2 0 0,-1 0 0,-1 0 0,-2 1 0,0-1 0,0 1 0,3 0 0,1 1-173,-3 1 1,3 0 0,1 0 0,0 1 0,-3 0 172,2 0 0,-2 0 0,0 0 0,0 1 0,1 0 0,2 0-357,4 0 1,2 1 0,1-1 0,0 1-1,-2 0 357,-7 1 0,-2-1 0,-1 1 0,2 1 0,3-1 106,1 1 1,3 1-1,1 0 1,-1 0-107,-3 0 0,-1 1 0,0 0 0,1 1 0,1 2 0,0 1 0,1 0 0,1-1 0,-6 2 0,1 0 0,-2 2 0,4-1 0,-3 2 0,0 0 0,3 0 0,-2 0 0,3 1 0,-2 1 0,2-1 0,-2 1 0,0 1 0,2-1 0,-3 2 0,2 0 0,-2 1 0,4-1 0,-2 2 0,1 0 0,2-1 0,-1 1 0,3 0 0,-1 1 671,-2 2 0,1 2 1,1 0-672,5 0 0,1 1 0,3 0 693,5-2 0,2-1 1,1 3-694,-5 8 0,1 3 0,4 0 0,0 6 0,5 3 0,5-5 0,2 3 0,2-2 0,1 7 0,5 0 0,2-6 0,3 2 0,2-1 0,1 5 0,4-1 0,-2-11 0,3 0 0,0-1 0,3-2 0,1 0 0,1-2 0,7 9 0,3 1 0,0-7 0,4 2 0,1-3 0,0-4 0,1-2 0,4 2-122,-1-4 0,3 3 0,3 0 0,2-1 0,-1-1 122,-1-1 0,0-2 0,2 0 0,1 0 0,3 2-255,-8-5 0,3 2 0,1 0 0,1 0 0,1 1 0,0-1 0,-2-1 0,-1-1 255,6 3 0,-2-2 0,0-1 0,-1 1 0,1-1 0,2 1 0,-2-1 0,2 1 0,1 1 0,0-1 0,-2 0 0,0-1 0,-4-2-147,3 1 0,-4-2 0,0-1 0,-1 0 1,0 1 146,1-1 0,0 1 0,0-1 0,-1 0 0,0-1 0,7 1 0,-2 0 0,1-1 0,-2-1 0,-3-1 0,-2-1 0,1 0 0,3 0 0,1 0 0,2 0 0,2 0 0,0 0 0,-1-2-318,-7-1 1,-1-1 0,0 0-1,2 0 1,2-1 317,-2 0 0,3 0 0,1 0 0,2 0 0,-1-1 0,0 0 0,-2 0 0,0-1 0,-2 0 0,0-1 0,1 0 0,0 0 0,3-1-57,-3 0 0,3 0 1,1 0-1,1-1 1,0 0-1,-1 0 0,-1 0 1,-2 0 56,3-1 0,-3 0 0,0 0 0,-1-1 0,1 1 0,1-1 0,2 0 0,2-1 0,0 1 0,0-1 0,0-1 0,-2 0 171,3-1 0,-1 0 0,0-1 0,-2 0 0,0-1-171,4 0 0,-2 0 0,0-2 0,2 0 0,-3-3 0,3 0 0,0-2 0,-1 0 0,-2-1 0,0-1 0,-2-1 0,-1-1 0,3-3-71,-8 2 1,3-2-1,0-1 1,-1-2-1,0 1 1,-3-1 70,-1-1 0,-2 1 0,-1-1 0,-1-2 0,1-2 0,-1-2 0,2-2 0,-1-2 0,-1-1 0,-2-1 0,-2 2 0,2-8 0,-3 0 0,-4 0 0,-1-3 0,-4 3 0,-1-1 0,-2-1 0,-3-2 0,-5 0 0,-4 4 0,-4-2 0,-3 0 0,-2-1 0,-2 1 0,0 0-55,-2 1 1,-1 1-1,-2 0 1,-2-1 0,-2-1-1,-2-1 55,1 5 0,-3-2 0,-2-1 0,-1-1 0,-2 0 0,0 1 0,0 0 0,0 2 0,0 1-5,-3-2 0,0 2 0,0 0 0,0 2 1,-2 0-1,0 0 0,-1 0 5,0 0 0,-2 0 0,0-1 0,-2 0 0,1 1 0,1 2 0,1 2 0,3 2 153,-3-1 1,1 3 0,2 2 0,1 1 0,1 2-154,-11-10 0,2 4 0,6 6 2065,-3 0-2065,22 17 3276,8 6-2513,1 0 2513,1 1-513,-1-1-2201,-4-2 0,3 2 0,-2-1 1</inkml:trace>
  <inkml:trace contextRef="#ctx0" brushRef="#br0" timeOffset="5739">20488 15343 24575,'-5'-9'0,"-2"-2"0,-8-8 0,-12-9 0,0 4 0,-6-2-1639,-5-1 1,-6 0 1571,12 8 1,-3 1 0,-2-1 0,0 2 66,1 1 0,-1 1 0,0 0 0,0 2 0,0 0 0,0 1 0,-1 0 0,0 2 0,-2 2 0,0 1 0,0 2 0,1 1 0,-4 2 0,0 2 0,-2 2-749,-1 1 1,-3 2 0,-2 1-1,2 1 749,1 1 0,0 1 0,0 2 0,-2 0-656,4 1 1,-1 0-1,-1 1 1,0 2 0,-1 0 519,5-1 1,-1 1-1,0 0 1,0 2-1,1-1 1,0 1 135,2-1 0,1 1 0,1 0 0,0 0 0,-1 1 0,-1 2 0,0-1 0,-1 2 0,-1 0 0,0 1 0,0 0 0,3 0 0,1-1 0,-4 4 0,3-1 0,1 0 0,1 2 0,-2 0-385,2 1 1,-1 1 0,-1 2 0,2-1 0,1 0 0,4-1 384,-2 4 0,3-2 0,2 1 0,0 1-17,3-2 1,0 1-1,1 0 1,1 0-1,2-1 17,-3 7 0,3-1 0,2 0 446,1-1 1,1 1 0,2-1-447,-2 11 0,3-1 1591,6-9 1,2-1-1592,1 6 0,2-1 0,4-10 0,1 0 1638,2 3 0,2 0-1253,5 16-385,0-20 0,4 1 0,13 9 0,3 0 0,-6-8 0,2 1 433,-2-5 0,2 1 0,0-1-433,8 8 0,0-1 0,1-1 0,3 2 0,-10-11 0,2 1 0,2 1 0,-1-2-853,8 6 1,0-2 0,5 2 852,-5-5 0,3 0 0,2 1 0,1 0 0,-2-2-628,-2-3 1,0 0 0,0-1-1,0 0 1,2 0 627,-3-1 0,1 1 0,0-1 0,1 0 0,0-1 0,-1 0 0,6 0 0,0 0 0,-1-1 0,0-2 0,-2 0 0,4-1 0,-1 0 0,-1-2 0,-1-1-262,-4-2 1,-1 0-1,0-2 1,-2-1 261,2-2 0,-1-1 0,-2-2 160,11-2 1,-2-1-161,-6-1 0,0-2 0,11-5 0,-1-2 728,-7-2 1,0-2-729,-1-2 0,4-2 0,-2-1 522,-2 1 0,-2-1 0,2-1-522,-4 2 0,2-1 0,1 0 0,0-1 0,4-2 0,-1 1 0,2-2 0,2 0 0,-10 5 0,1-2 0,2 1 0,0-1 0,-2 1 0,-1 1 0,9-6 0,-3 2 0,0 0 0,1-2 0,-3 2 0,1-1 0,-1 0 0,-2-1 0,-6 2 0,-1-1 0,-6 0 0,0-3 0,-2 0 0,-1-4 0,0-1 0,-4-1 0,1-6 0,-5-1 0,-1-2 0,-2 4 0,-1-1 0,-2-2 0,-2 0 0,-3-4 0,-3-2 0,-1 1 0,-2 1 0,1 7 0,-2 1 0,-1 0 0,0-1 0,-2-5 0,-2-2 0,0 1 0,-1 4 94,1 5 0,0 4 1,-1-1-95,-3-4 0,-1 0 0,1 2 0,-1 0 0,-1-1 0,1 5 0,-2-1 0,0 0 0,-2-4 0,0 0-84,-5-5 0,-1 0 84,0 5 0,0 1 0,4 6 0,0 2 801,-4-2 0,2 3-801,-1-2 2680,4 9-2680,11 13 1435,2 3-1435,1 1 1095,-3-1-1095,-10-2 0,0 1 0,2-1 0,7 4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1:54.230"/>
    </inkml:context>
    <inkml:brush xml:id="br0">
      <inkml:brushProperty name="width" value="0.05292" units="cm"/>
      <inkml:brushProperty name="height" value="0.05292" units="cm"/>
    </inkml:brush>
  </inkml:definitions>
  <inkml:trace contextRef="#ctx0" brushRef="#br0">17016 16780 24575,'8'-11'0,"11"-7"0,6 0 0,4-2 0,2 0 0,4-1 0,6-2 0,0 1 0,-12 7 0,-2 3 0,7-3 0,-24 12 0,-9 8 0,-2 5 0,-1 0 0,0-2 0,2-6 0,-1-2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3:01.542"/>
    </inkml:context>
    <inkml:brush xml:id="br0">
      <inkml:brushProperty name="width" value="0.05292" units="cm"/>
      <inkml:brushProperty name="height" value="0.05292" units="cm"/>
    </inkml:brush>
  </inkml:definitions>
  <inkml:trace contextRef="#ctx0" brushRef="#br0">4629 15774 24575,'41'-2'0,"-1"0"0,0 1 0,3 0 0,6 0 0,-8 1 0,5 1 0,3 0 0,2 0 0,2 0 0,0 0-365,-11 0 1,1 0 0,1-1 0,1 1 0,1 0 0,0 0 0,1 0 0,0 0 0,1 0 66,-4 1 0,1 0 0,0-1 0,1 1 0,0 0 0,1 0 0,0 1 0,1-1 1,1 0-1,1 1 0,1-1 79,-6 0 1,2 1-1,0-1 1,2 0-1,0 1 1,1-1-1,0 1 1,0-1-1,1 1 1,-1 0 0,0-1-1,0 1 1,-1 0-1,0-1 1,-2 1-35,3-1 1,-2 1 0,0 0 0,-1-1 0,0 1 0,0-1 0,0 1 0,0-1 0,1 1 0,0 0 0,1 0 0,2-1 0,1 1 182,-7 0 1,3-1 0,0 1 0,1 0-1,2 0 1,-1 0 0,2 0 0,-1-1-1,1 1 1,0 0 0,-1 0 0,0 0-1,0 0 1,-1-1 0,0 1 0,-2 0-1,-1-1 1,-1 0 69,5 1 0,0-1 0,-2 0 0,-1 0 0,0 0 0,-1 0 0,-1 0 0,1-1 0,-1 1 0,1 0 0,0 0 0,1-1 0,0 1-145,0 0 0,1 0 0,-1-1 0,2 1 0,-1 0 0,1 0 0,-1 0 1,1-1-1,-1 1 0,0 0 0,-1-1 0,0 0 0,-1 1 0,-1-1 145,6 0 0,-1 0 0,0 0 0,0-1 0,-2 1 0,1-1 0,-1 0 0,-1 1 0,-1-1 0,-1 1 0,0-1 0,5 1 0,-1-1 0,-1 1 0,-2-1 0,1 1 0,-1-1 0,0 0 0,0 0 0,1 0 0,1 0 0,0 0 0,0 0 0,-2-1 0,-1 1 0,-3-1 0,-3 1 367,8-1 0,-4 0 0,-3 1 0,-2-1-367,5 0 0,-2-1 0,-7 1 2756,7-2-2756,-25 2 0,-13 0 0,-3 1 0</inkml:trace>
  <inkml:trace contextRef="#ctx0" brushRef="#br0" timeOffset="878">13487 15988 24575,'17'-4'0,"26"-3"0,-5 1 0,8-1-656,-12 3 1,4-1-1,3-1 1,2 1 0,0 0 108,2 0 1,2 1 0,2-1 0,1 0 0,2 0 0,2 1 218,-13 1 0,2-1 0,0 1 1,2 0-1,0 0 0,2 0 1,1 0-1,1 0 0,1 0 1,1 1 108,-7 0 1,2 0-1,1 0 1,2 0-1,0 1 1,1-1-1,1 1 1,0-1-1,1 1 1,-1 0 0,1 0-1,-1-1 1,0 1-1,0 0 1,-2 0 146,0 0 1,-2 0 0,0 0-1,0 0 1,0 1 0,0-1-1,0 0 1,0 0 0,0 1-1,1-1 1,0 1 0,1-1-1,1 1 1,0-1 0,1 1 71,-4-1 0,0 1 0,2-1 0,1 1 0,0 0 0,1-1 0,0 1 0,1 0 0,0-1 0,0 1 0,0 0 0,0 0 0,-1 0 0,0-1 0,0 1 0,-2 0 0,0 0 0,-2 0 0,0 0 0,-2 0-161,10 0 0,-2 0 1,-1 0-1,-1 0 1,-1 0-1,-1 0 1,0 0-1,-1 0 1,0 1-1,0-1 0,1 0 1,-1 0-1,1 0 161,0 1 0,0-1 0,1 0 0,-1 0 0,1 1 0,0-1 0,-1 0 0,-1 0 0,0 1 0,-2-1 0,0 0 0,-3 0 0,-1 1 45,8-1 1,-1 0 0,-2 1 0,-2-1 0,-1 0 0,-2 0 0,-1 1 0,-1-1-46,6 1 0,-2-1 0,-3 1 0,0-1 0,-2 1 458,4-1 0,0 0 0,-3 0 0,-5 0-458,0 0 0,-4 0 3176,19 0-3176,-26 0 3276,-6 0-1802,-7 0 1802,-3 0-1719,-4 0-1557,-3 0 0,-1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54:47.740"/>
    </inkml:context>
    <inkml:brush xml:id="br0">
      <inkml:brushProperty name="width" value="0.05292" units="cm"/>
      <inkml:brushProperty name="height" value="0.05292" units="cm"/>
    </inkml:brush>
  </inkml:definitions>
  <inkml:trace contextRef="#ctx0" brushRef="#br0">19996 13964 24575,'-31'35'0,"0"0"0,0 1 0,0 2 0,5-4 0,-2 1 0,3 0-1093,4-2 1,1-1 0,0 1 921,0 5 1,1 1-1,2-1 171,1 4 0,3-1 586,2-1 0,3-3-586,3 6 621,4-11-621,5-17 0,1-7 0,7-2 1990,4-5-1990,16-2 6,5-4-6,-9-1 0,1 0 0,-5-1 0,1-1 0,4-1 0,-1-2 0,17-10 0,-7 0 0,0-3 0,-12 2 0,3-8 0,-7 2 0,1-8 0,-7 3 0,2-1 0,-5 5 0,-2 7 0,-3 5 0,-5 8 0,1 1 0,-3 3 0,1 0 0,-2 1 0,1-1 0,-1-1 0,-2-1 0,-3-1 0,-2-1 0,-5-1 0,0 2 0,-1 1 0,4 4 0,2 1 0,3 1 0,0 1 0,0 0 0,0-1 0,2 1 0,0-1 0,1 0 0,0 0 0</inkml:trace>
  <inkml:trace contextRef="#ctx0" brushRef="#br0" timeOffset="571">20560 14724 24575,'0'0'0</inkml:trace>
  <inkml:trace contextRef="#ctx0" brushRef="#br0" timeOffset="1122">21039 13963 24575,'28'-6'0,"-1"1"0,5 2 0,6-1 0,4 1-1093,0 0 1,4 0 0,-2 0 895,-7 2 0,0-1 0,-2 1 197,1 0 0,-1-1 0,-4 1 1201,16 0-1201,-27-1 0,-18 2 0,-2 0 0</inkml:trace>
  <inkml:trace contextRef="#ctx0" brushRef="#br0" timeOffset="2787">21127 13986 24575,'0'15'0,"0"8"0,0 24 0,0-22 0,0 2 0,0 13 0,0 1-426,0-3 1,0 0 425,0 0 0,0-1 0,0-4 0,0-2 209,0 7-209,0-11 0,0-17 0,0-6 0,1-13 0,0-5 642,3-8-642,3-3 0,4 3 0,2 2 0,4 3 0,0 7 0,9 2 0,0 3 0,14 3 0,-2 5 0,-12 1 0,-1 1 0,15 8 0,-16-1 0,0 1 0,15 17 0,-19-13 0,-2 1 0,0 3 0,-3 0 0,7 14 0,-3 7 0,-9-10 0,-3 3 0,-4-4 0,-2-2 0,-5 2 0,0-4 0,-7 4 0,1-5 0,-7 1 0,4-9 0,-5 1 0,2-6 0,-1-4 0,-5 0 0,1-5 0,-8 0 0,7-3 0,2-1 0,11 1 0,5-1 0,3 0 0,1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3:12.871"/>
    </inkml:context>
    <inkml:brush xml:id="br0">
      <inkml:brushProperty name="width" value="0.05292" units="cm"/>
      <inkml:brushProperty name="height" value="0.05292" units="cm"/>
    </inkml:brush>
  </inkml:definitions>
  <inkml:trace contextRef="#ctx0" brushRef="#br0">31085 17367 24575,'-15'-25'0,"-6"-4"0,-3 2 0,-3-2-1639,-4-1 1,-4-1 1267,6 9 0,-3-1 0,-2 0 1,1 1-172,1 2 1,0 1-1,0 0 1,-3 1 541,-8-3 0,-2 0 0,-1 1 0,3 2 0,-1 1 0,1 2 0,0 2 223,1 3 1,0 1 0,4 2-224,2 2 0,4 3 0,3 4 0,3 2 0,-6 7 2011,-3 7-2011,0 3 0,8-5 0,-2 0 1209,4 0 1,-2 1-1210,-11 8 0,0 1 0,10-4 0,0 2 0,-4 7 0,1 3 0,8-5 0,3 1 0,-2 11 0,3 1 0,6-7 0,1 2 0,1 10 0,3 1 0,3-8 0,2-1 0,2 0 0,1-1 0,3-3 0,3-1 0,0-6 0,4-1 0,6 7 0,3 0 0,2-4 0,4 0 0,-1-5 0,2 1 0,1-1-306,-1-3 0,0-1 0,2-1 306,9 6 0,1 0 0,1-2 0,-6-4 0,0-3 0,2 1 0,9 3 0,1 0 0,0-2 0,-9-5 0,0-1 0,0-1 0,7 2 0,0 0 0,-1-3 0,7 1 0,-2-3-359,3-2 0,-2-2 359,-13-5 0,-2-2-78,2-2 0,-1-4 78,-9-2 0,0-2 0,2-6 0,-1-2 0,-4-1 0,-1-3 0,2-9 0,-2-2-85,-4 1 1,-3-1 84,0-8 0,-2-1 0,-5 7 0,-2 2 927,-1-2 1,-2 3-928,-1-11 783,-2 10-783,0 15 179,-1 8-179,1 6 969,0 4-969,0 1 0,-4-2 0,-7-4 0,-11-3 0,-6-1 0,-12 2 0,-1 0 0,11-1 0,1 0 0,0 7 0,-1-1 0</inkml:trace>
  <inkml:trace contextRef="#ctx0" brushRef="#br0" timeOffset="7840">25723 13603 24575,'11'-20'0,"8"-4"0,6-2 0,-4 12 0,1 1 0,19-7 0,-14 12 0,0 2 0,16 1 0,0 9 0,-13 5 0,0 9 0,-8 5 0,1 10 0,-8 4 0,-8-13 0,-2 2 0,-1 19 0,-5-15 0,-2-1 0,-6 17 0,1-16 0,-2-1 0,-9 16 0,6-18 0,-1 0 0,-10 16 0,10-20 0,1-1 0,-6 13 0,2-3 0,8-12 0,3-5 0,4-9 0,1-3 0,1-3 0</inkml:trace>
  <inkml:trace contextRef="#ctx0" brushRef="#br0" timeOffset="8223">25975 14834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3:39.252"/>
    </inkml:context>
    <inkml:brush xml:id="br0">
      <inkml:brushProperty name="width" value="0.05292" units="cm"/>
      <inkml:brushProperty name="height" value="0.05292" units="cm"/>
    </inkml:brush>
  </inkml:definitions>
  <inkml:trace contextRef="#ctx0" brushRef="#br0">19159 14179 24575,'-9'12'0,"-3"3"0,-3 3 0,-10 15 0,-1 4 0,8-9 0,1 3-270,3-5 1,1 2 269,0 7 0,2 1 0,4-7 0,1-1 0,2 7 0,2-1 0,2 16 66,1-24 1,2 0-67,3 7 0,4-4 0,0-11 0,3-6 0,2-6 406,8-4-406,-2-5 0,7-5 0,-6-3 0,1-6 0,-6-1 0,-1-7 0,-4 0 0,-2-10 0,-5-3 0,-6 12 0,-2 0 0,-6-21 0,0 20 0,-2 1 0,-6-10 0,0 6 0,7 14 0,1 7 0,2 4 0,1 3 0,1 0 0,1 3 0,2 0 0,0 0 0,1 0 0</inkml:trace>
  <inkml:trace contextRef="#ctx0" brushRef="#br0" timeOffset="405">19722 14573 24575,'27'-17'0,"1"0"0,-5 2 0,13-8 0</inkml:trace>
  <inkml:trace contextRef="#ctx0" brushRef="#br0" timeOffset="1002">20256 14171 24575,'9'-2'0,"18"-5"0,9-1 0,-6 1 0,3 0 0,-3 2 0,0 0 0,7 0 0,-1 1 0,-8 0 0,-2 1 0,0 1 0,-2 0 0,2-2 0,-11 3 0,-10 0 0,-4 1 0</inkml:trace>
  <inkml:trace contextRef="#ctx0" brushRef="#br0" timeOffset="2060">20267 14269 24575,'5'46'0,"-2"-21"0,1 2 0,2 19 0,2 2-900,-3-8 1,1-1 899,2 5 0,-1-3 0,-3-14 0,-1-2 582,3 15-582,-4-23 297,0-9-297,-2-7 0,1-2 0,9-15 920,2-2-920,14-13 0,0 4 0,10 3 0,-4 8 0,12 5 0,-11 8 0,2 4 0,-14 5 0,-5 4 0,-6 0 0,-2 7 0,-2-1 0,-3 5 0,-2-3 0,-5 4 0,0-4 0,-5 1 0,0-6 0,-5 1 0,-3-4 0,-9 3 0,-1-3 0,-7 1 0,5-1 0,-2 0 0,6-1 0,4-1 0,4 2 0,8-5 0,4-1 0,3-3 0,2-1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4:19.316"/>
    </inkml:context>
    <inkml:brush xml:id="br0">
      <inkml:brushProperty name="width" value="0.05292" units="cm"/>
      <inkml:brushProperty name="height" value="0.05292" units="cm"/>
    </inkml:brush>
  </inkml:definitions>
  <inkml:trace contextRef="#ctx0" brushRef="#br0">22472 12937 24575,'9'-33'0,"0"0"0,1 0 0,2 2 0,-2 5 0,2 1 0,4-2 0,3 2 0,0 3 0,3 3-645,8-4 1,3 2 644,0 4 0,1 2-456,11-1 0,2 3 456,-7 3 0,0 2 0,6 2 0,-1 2 0,-10 1 0,-2 2 232,4 3 1,-2 1-233,-10-1 0,0 3 0,5 2 0,0 2 0,-5 1 0,-1 1 0,7 5 0,0 3 0,-4 1 0,-1 2 0,-3-1 0,-3 0 0,-4 0 0,-4 0 0,-1 7 619,-10 2-619,-7-4 1050,-12 15-1050,6-19 0,-2 2 0,-9 13 0,-2 2-858,0-4 0,-1 1 858,2-4 0,-1 2 0,0-2 0,-5 5 0,1-1-210,7-9 0,-1 0 0,3-3 210,-2 0 0,2-2 0,2-2 0,2-1 0,0-1 0,6-7 0,23-11 0,-10 0 0,13-3 0</inkml:trace>
  <inkml:trace contextRef="#ctx0" brushRef="#br0" timeOffset="559">23013 14047 24575,'0'0'0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4:22.961"/>
    </inkml:context>
    <inkml:brush xml:id="br0">
      <inkml:brushProperty name="width" value="0.05292" units="cm"/>
      <inkml:brushProperty name="height" value="0.05292" units="cm"/>
    </inkml:brush>
  </inkml:definitions>
  <inkml:trace contextRef="#ctx0" brushRef="#br0">21037 14090 24575,'-3'8'0,"-5"2"0,-6 9 0,-9 12 0,4-1 0,-1 3-954,2 3 1,0 2 953,3-3 0,1 2 0,1-1 0,1 10 0,2 0 0,5-10 0,2 0 0,1-3 230,3 0 0,1-2-230,2 0 0,2-3 0,4-2 0,7-6 0,8-10 0,1-6 0,4-3 0,6-4 0,3-4 325,2-2 0,0-3-325,-1-4 0,-4-6 0,-4-10 0,-6-4 0,-7 1 0,-4-4-419,-6 4 0,-3-2 1,-2 1 418,-3-8 0,-5 1 0,-3 9 0,-3-2 0,-1 3 0,-5-4 0,-2 2-109,-4-4 0,0 2 109,5 14 0,1 3 0,-8-8 0,14 20 737,7 6-737,4 4 323,3 0 0,-2 0 0,1-1 0</inkml:trace>
  <inkml:trace contextRef="#ctx0" brushRef="#br0" timeOffset="382">21832 14365 24575,'-4'0'0,"1"0"0</inkml:trace>
  <inkml:trace contextRef="#ctx0" brushRef="#br0" timeOffset="2183">22876 13956 24575,'-14'-16'0,"-5"1"0,-13-6 0,2 7 0,-2 8 0,9 6 0,2 4 0,4 7 0,6 0 0,-3 7 0,7-1 0,0 7 0,5-5 0,2 5 0,1-8 0,3 0 0,2-6 0,4 1 0,2-4 0,11 1 0,3-4 0,19-5 0,-3-7 0,-14-1 0,0-3 0,-5 0 0,0-4 0,5-8 0,0-3 0,-7 4 0,-1-1 0,0-3 0,-2 0 0,3-8 0,-10 9 0,-6 14 0,-4 7 0,0 9 0,1 5 0,-1 5 0,0-4 0,0-3 0,-1-4 0,-1 4 0,-4 31 0,0 9 0,-1-4 0,0 1-366,1-9 0,0 0 366,-2 7 0,0-1 0,3-11 0,-1-1 0,0 1 0,0 0 0,0 12 0,1-2 0,2-11 0,1-3 0,1-8 732,0-5-732,1-9 0,-1-1 0,1-6 0</inkml:trace>
  <inkml:trace contextRef="#ctx0" brushRef="#br0" timeOffset="2937">23500 13857 24575,'14'-2'0,"14"-1"0,12 2 0,-6-1 0,0-1 0,-5 2 0,0 0 0,0 0 0,-1-1 0,0 1 0,-14 1 0,-11 7 0,-3 25 0,-2-7 0,0 5 0,1 6 0,0 5 0,0 1-930,0-1 0,0 1 0,0 1 930,0-3 0,0 2 0,0-1 0,0-2 0,1 1 0,0-2 0,-1-2-38,-1 14 1,-1-6 37,1 1 0,-1-20 0,2-17 0,0-7 0,3-9 0,-1 6 0,1-5 0</inkml:trace>
  <inkml:trace contextRef="#ctx0" brushRef="#br0" timeOffset="3454">24398 13774 24575,'0'13'0,"0"13"0,0 14 0,0-7 0,0 3-1328,0 1 0,0 2 1328,0-3 0,0 2 0,-1-1 0,1 10 0,0 0 0,0-12 0,-1 0 0,0-2 422,1 1 0,-1-4-422,0 19 438,0-26-438,0-13 0,1-7 0,0-3 0,0-1 0</inkml:trace>
  <inkml:trace contextRef="#ctx0" brushRef="#br0" timeOffset="4613">25070 13802 24575,'-7'-6'0,"-10"-4"0,0 1 0,-5 1 0,7 5 0,-1 6 0,2 4 0,-7 8 0,3 2 0,-8 10 0,6-3 0,-3 6 0,8-5 0,2 4 0,5-4 0,3-1 0,3-8 0,2-5 0,0-6 0,3-1 0,5-2 0,17-2 0,6-4 0,-7 0 0,2-1 0,18-9 0,-19 4 0,-2-1 0,13-12 0,-16 6 0,-2-1 0,11-15 0,-2-6 0,-10 10 0,-6 1 0,-5 13 0,-2 3 0,-3 6 0,0 4 0,2 21 0,-1 3 0,0 2 0,0 2 0,-1 20 0,-1-12 0,1 2-470,-1-3 0,1 1 470,-1 12 0,1 0 0,0-7 0,0 0 0,-1 3 0,1-1 0,-1-12 0,1-3 0,-1 13 0,0-19 0,0-13 0,0-4 0,0-3 0,1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59:00.313"/>
    </inkml:context>
    <inkml:brush xml:id="br0">
      <inkml:brushProperty name="width" value="0.05292" units="cm"/>
      <inkml:brushProperty name="height" value="0.05292" units="cm"/>
    </inkml:brush>
  </inkml:definitions>
  <inkml:trace contextRef="#ctx0" brushRef="#br0">20266 8271 24575,'0'0'0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58:43.742"/>
    </inkml:context>
    <inkml:brush xml:id="br0">
      <inkml:brushProperty name="width" value="0.05292" units="cm"/>
      <inkml:brushProperty name="height" value="0.05292" units="cm"/>
    </inkml:brush>
  </inkml:definitions>
  <inkml:trace contextRef="#ctx0" brushRef="#br0">6450 14116 24575,'-13'11'0,"-9"8"0,-13 11 0,7-3 0,-1 3-1189,-1-1 0,0 2 1189,7-6 0,1 3 0,0-1 0,-7 13 0,3 0 0,7-6 0,2 2 329,2 1 1,5-2-330,2 13 207,8-22 1,5-2-208,9 5 0,18-2 0,-5-17 0,3-4 0,0-2 0,1-1 362,12-3 0,0-2-362,-11-3 0,-2-3 0,7-4 0,-3-3 0,-10 0 0,-2-1 40,1-6 1,-3-3-41,2-17 0,-14 17 0,-4-2 0,-7-4 0,-4 0 0,-1 1 0,-4 1 0,-6-6 0,-4 1 0,4 11 0,-2 1 0,-1 3 0,-1 2 0,-4 2 0,6 9 0,11 7 499,5 1-499,3 1 0,1-4 0,-1 0 0</inkml:trace>
  <inkml:trace contextRef="#ctx0" brushRef="#br0" timeOffset="337">7026 14566 24575,'29'-18'0,"-17"10"0,8-5 0</inkml:trace>
  <inkml:trace contextRef="#ctx0" brushRef="#br0" timeOffset="697">7317 14031 24575,'13'-5'0,"20"-3"0,-1 2 0,5 0 0,-4 2 0,3 0 0,1 1-820,-1 0 1,2 0 0,1 1 0,-2 0 377,7-1 0,-2 0 1,-1 1 441,-1 0 0,-1 0 0,-5 1 703,-6-1 0,-5 0-703,0-1 0,-21 2 0,-2 1 0</inkml:trace>
  <inkml:trace contextRef="#ctx0" brushRef="#br0" timeOffset="1331">7583 14040 24575,'-7'25'0,"-2"10"0,1 1 0,-1 9 0,4-13 0,1-4 0,3-16 0,0-6 0,6-10 0,6-7 0,18-11 0,11-1 0,-6 10 0,5 3-509,3 3 1,1 4 508,1 4 0,0 4 0,-2 4 0,-3 4-44,-14 2 0,-3 4 44,-4 6 0,-3 2 0,-6-3 0,-3 1 0,-2 5 0,-3 1 0,-8 15 0,-1-21 0,-4-2 1012,-21 11-1012,-6-7 46,14-17 1,0-4-47,-15 1 0,-3-8 0,17-5 0,0-12 0,6-9 0,-2 3 0,1 0 0,3-2 0,-12-3 0</inkml:trace>
  <inkml:trace contextRef="#ctx0" brushRef="#br0" timeOffset="3105">17553 11270 24575,'29'0'0,"3"1"0,5-1 0,9 1 0,6-1-820,-10 0 1,3 0 0,2 0 0,0-1 163,-7 1 1,0-1-1,1 0 1,0-1 0,0 1 397,0-1 0,1 0 0,-1 0 0,1 0 0,-1-2 534,1 1 1,1-1 0,-1 0 0,-1-1-1,-2-1-276,0 0 0,-2-1 0,0-1 0,0-1-301,6-2 1,1-1-1,-1-2 1,-3 0 300,4-3 0,-3-2 0,0-3 0,-4 2 0,2-3 0,-2-1 0,-3 0-517,3-3 0,-4-1 1,0-1 516,-5 2 0,0 0 0,-1-1 0,-2 0 0,2-4 0,-3 1 0,-1-1 685,-2 2 1,-1-1 0,-2 0-686,-1 0 0,-2-1 0,-1 1 0,1-9 0,0 0 0,-5 5 0,1-1 0,-2 0-1639,2-10 1,0-1 1389,-3 6 0,1-2 0,0 2 249,-2 7 0,0 1 0,1-1 259,3-6 1,1-1-1,1 0-259,-1 4 0,2 2 0,0-1 0,0 2 0,2 1 0,0 0 0,4-3 0,1 1 0,0 2 0,7-6 0,2 1 0,-3 7 0,3 0 0,1 2 0,-4 3 0,1 2 0,2-1-74,0 2 1,2-2 0,1 1-1,0 2 74,7-5 0,1 2 0,2 0-320,-11 5 0,3-1 0,1 0 0,0 1 0,0 0 320,1 2 0,1 0 0,0 2 0,0-1 0,0 1 0,6-5 0,0 1 0,1 1 0,2 1 0,-2 2 0,2 0 0,2 2 0,-1 0 0,-3 2 0,0 0 0,-2 2 0,-1 1 0,3-1 0,-3 2 0,1 0 0,1 0 0,1 0 0,-1 2 0,-1 0 0,1 1 0,-1 1 0,0 1 0,-1-1 0,5 0 0,-2 1 0,1 1 0,1-1 320,-3 1 1,3 1 0,0-1 0,-1 1 0,-3 1-321,-1-1 0,-2 2 0,0 0 0,1 0-127,8 1 1,1 0 0,0 1 0,-3 1 126,0 0 0,-4 1 0,1 1 154,3 1 1,-1 0-1,-1 3-154,-6 1 0,-2 1 0,-1 1 0,-4-1 0,-2-1 0,2 3 0,6 6 0,2 4 0,-2 0 0,-8-4 0,-1 1 0,0 2 0,0 2 0,1 2 0,0 1 0,-3-1 360,3 4 0,-2-1 1,1 3-361,-2-1 0,1 2 0,-1 0 0,-1-1 0,3 3 0,-3-1 0,1 1 0,-5-5 0,0 0 0,0 0 0,-1 0 0,1 2 0,-1-1 0,0 1 0,-1-1 0,3 5 0,-1-1 0,1 1 0,-2-1 0,0 2 0,1-1 0,-2-1 0,0-2 0,-1-1 0,0 0 506,5 9 1,0 2-1,-1-3-506,1 1 0,0-2 445,-5-10 0,1 1 1,-1-2-446,3 1 0,0-2 566,2 1 1,1-2-567,2-1 0,2-2 0,-3-3 0,2-1 0,10 4 0,3-1 0,-7-6 0,2 0 451,-5-5 0,3 1 0,-1-2-451,6 1 0,0-2 0,-5-2 0,2-1 0,-3-1 0,5 0 0,-2-1 668,4-1 0,-2 0-668,-8-2 0,-3 0 977,17 0-977,-6-1 568,-16-2-568,-3 0 1172,-9 1-1172,-3-1 259,-1 1-259,-1-1 0,-2 1 0,-1 0 0,1 0 0,2 3 0,-3-2 0,2 2 0</inkml:trace>
  <inkml:trace contextRef="#ctx0" brushRef="#br0" timeOffset="4264">16814 11949 24575,'22'-2'0,"7"1"0,7-1 0,-3 0 0,4-1 0,3 0 0,0 0-820,3 0 1,0 0 0,2 1 0,5-1 409,-10 2 0,4-1 1,2 0-1,1 0 1,2 0-1,0 1 0,0-1 1,-2 0-1,-2 1 0,-1 0 1,-1-1-1,1 1 1,0 0-1,2 0 0,3 0 1,2 0 174,-8 1 1,3-1 0,1 0 0,1 1 0,2-1 0,1 1 0,1-1 0,0 1 0,1 0 0,0-1 0,-1 1 0,0-1 0,-1 1 0,-1 0 149,-3-1 1,0 1 0,0 0 0,-1-1-1,0 1 1,1 0 0,-1-1 0,0 1 0,1 0-1,0 0 1,1-1 0,0 1 0,1 0 0,1 0 84,-5 0 0,1-1 0,0 1 0,1 0 0,0 0 0,0 0 0,1 0 0,0 0 0,1 0 0,0 0 0,0 0 0,0 0 0,0 0 0,0 0 0,0 0 0,1 0 0,-1 0 0,0 1-108,-1-1 0,1 0 0,1 0 0,-1 1 0,1-1 0,0 0 0,0 1 0,0-1 0,0 0 0,0 1 0,0-1 0,-1 1 0,1-1 0,-1 1 0,0-1 0,0 1 0,0-1 0,-2 1 0,1-1 108,3 1 0,-1 0 0,-1-1 0,0 1 0,0 0 0,-1 0 0,0 0 0,0-1 0,0 1 0,0 0 0,1 0 0,-1-1 0,2 1 0,-1 0 0,2 0 0,0-1-3,-5 1 1,1-1 0,1 1 0,1-1-1,0 1 1,1-1 0,0 1 0,0-1 0,0 1-1,1-1 1,-1 1 0,-1-1 0,1 0 0,-1 1-1,-1-1 1,-1 1 0,0-1 0,-2 1-1,0-1 1,-2 1 2,11-1 0,-1 1 0,-2 0 0,-2-1 0,0 1 0,-1 0 0,-1 0 0,1-1 0,-1 1 0,2 0 0,0-1 0,2 0 0,-4 1 0,2-1 0,0 0 0,1 0 0,1 0 0,-1 0 0,1 0 0,-1 0 0,0 0 0,-1 0 0,-1 0 0,-2-1 0,-1 1 0,-2 0 0,7 0 0,-2 0 0,-2 0 0,-1 0 0,-1 0 0,0 0 0,-1 0 0,1 0 0,1 0 0,1 0 0,0 0 0,0 0 0,0 0 0,0 0 0,0-1 0,-1 1 0,-1 0 0,-1 0 0,4 0 0,0 0 0,-1 0 0,-1 0 0,-1 0 0,-1 0 0,-1 0 159,6-1 1,-2 1 0,-1 0 0,0 0 0,0-1-160,0 1 0,1 0 0,-1 0 0,-2 0 0,-3 0 679,1 0 0,-4 0 0,-1 0-679,15 0 0,-7 0 3276,-4 0-3118,-15 0 3118,-18 0-2657,-8 0 1,-1 0-1</inkml:trace>
  <inkml:trace contextRef="#ctx0" brushRef="#br0" timeOffset="5816">23467 8799 24575,'0'17'0,"1"21"0,-1-13 0,0 4 0,-1 4 0,0 4 0,1 3-820,-1-2 1,-1 3 0,1 1 0,0 0-1,0 5 1,1 1 0,0 1 0,-1 3 272,1-8 1,-1 3 0,0 2 0,0-1 0,1 1 0,0-2 378,0-5 1,0-1 0,1 0 0,-1 0 0,1 2 0,-1 1-99,1 3 0,0 3 1,-1 1-1,1 0 1,0 0-1,-1 0 1,1-3 265,0 1 0,-1-1 0,1-2 0,0 1 0,-1 0 0,1 2 0,0-5 0,-1 0 0,1 2 0,0 0 0,-1 0 0,1 0 0,-1-2 0,1-1 0,-1 4 0,1-2 0,-1-1 0,0 0 0,0 1 0,0 1-351,0-2 1,0 2 0,0 1 0,0 0 0,0 0 0,0-2 0,0 0 350,0 1 0,0-1 0,0 0 0,0-1 0,0 0 0,0 0-55,0-1 1,0-1-1,0 1 1,0-1-1,0 0 1,0 0 54,0 1 0,0-1 0,0 1 0,0-1 0,0-1 0,0-1 219,1 6 1,0-2 0,0-1 0,1 2-220,-1 3 0,0 3 0,0-2 0,1-3 691,0-2 0,1-2 0,-1 0-691,1 2 0,-1 1 0,0-5 1638,0-1 0,0-3-1567,0 1 0,0-3 3205,1 3-2881,-1-8 2690,-1-19-3085,-1-5 1924,0-6-1924,1-3 421,1 0-421,-1-13 0,1 11 0,-2-8 0</inkml:trace>
  <inkml:trace contextRef="#ctx0" brushRef="#br0" timeOffset="8078">17876 11690 24575,'-17'23'0,"0"0"0,-11 14 0,3-3 0,12-18 0,6-8 0,5-8 0,17-19 0,13-14 0,9-8-820,-11 14 1,3-2 0,2-2 0,2 0 465,-3 2 0,2-1 0,2-2 0,0 0 0,2-1 1,1 1-57,-4 3 0,1 0 1,1 0-1,1-1 1,0 0-1,0 1 0,1 0 1,-2 0 163,4-2 1,1 0-1,-1 0 1,1 1-1,-1 0 1,0 0-1,0 1 246,-1-1 0,1 1 0,0-1 0,-1 1 0,0 1 0,-2 1 0,0 1-222,2-2 1,0 1-1,-2 2 1,-1 1-1,-4 2 222,2-2 0,-4 3 0,-3 3 0,19-4 0,-57 64 0,-3-1 0,-6 7 84,7-15 0,-2 3 0,-2 2 0,0 0 1,1 0-85,-1-1 0,0-1 0,0 1 0,-1 0 0,0 1 0,0-1 0,-1 2 0,-1 0 0,0-1 0,1-1 0,1-3 0,-1 3 0,0-2 0,2-2 0,0-1 1092,-4 4 0,1-1 0,4-7 286,-1 3 357,15-28-1735,15-20 0,11-14 0,-3 8 0,3-3 0,4-2-656,1-1 1,6-4-1,1-1 1,2 0 0,0 1 447,-5 6 0,-1 0 0,1 1 0,1 0 1,1-1-1,2-1 21,-3 2 1,1 0-1,0-1 1,2 0 0,1 0-1,0-1 1,2 0 0,0 1 186,-4 3 0,2-1 0,0 0 0,1 0 0,1 0 0,1 0 0,-1 0 0,1 0 0,-1 0 0,0 1 0,-1-1-324,3-1 0,-2 1 1,1 0-1,-1-1 0,0 1 1,1 0-1,0 0 0,1-1 1,1 0-1,1 0 324,-6 3 0,2-1 0,1 0 0,1-1 0,1 0 0,0 0 0,0 1 0,1-1 0,-2 0 0,1 1 0,-2 0 0,-1 1 0,-1 1 0,-2 1-244,11-6 1,-2 1-1,-2 1 1,-1 1-1,0 0 1,-1 1 0,-1 0-1,1 0 244,2-1 0,2 0 0,-1 0 0,-1 1 0,-3 1 0,-3 2 0,-4 3 614,3-1 0,-5 3 0,-7 3-614,3-1 3184,-37 22-3184,-14 13 0,-8 9 0,4-4 0,-4 3 0,-3 5 0,8-9 0,-2 3 0,-2 3 0,-2 0 0,0 1 0,0 0 0,1-1 0,1-1 0,1-1 0,-1 1 0,1-1 0,-1 1 0,0 0 0,-1 1-57,1 0 0,0 0 1,-2 1-1,1 1 1,-1-1-1,1 0 1,0 1-1,0-1 57,-2 3 0,-1 1 0,1 0 0,0 0 0,0-2 0,2 0 0,0-1-428,-3 4 1,2-2-1,0-1 1,1-1-1,-1 2 428,5-3 0,-2 0 0,1 1 0,0-1 0,3-2 0,2-3 0,-4 3 0,3-3 0,2-2 0,-5 8 0,10-12 0,16-22 0,12-15 0,15-16 0,1-3 239,-4 7 1,1-2-1,2-1 1,2-2-240,-3 3 0,2-2 0,2-1 0,0-1 0,3-2 0,2 0 0,-6 6 0,2-1 0,1-1 0,2-1 0,0 0 0,1-1 0,1 0 0,1 0 0,0-1 0,0 1 0,-1 1 0,1 0 0,1-1 0,0 0 0,1 0 0,0 0 0,1-1 0,0 1 0,0-1 0,0 1 0,0 0 0,0-1-79,-2 3 1,0 0 0,0-1-1,1 0 1,0 1 0,-1-1-1,1 1 1,0-1 0,0 1 0,0-1-1,0 1 1,0 0 0,-1 0 78,0 0 0,1 0 0,-1 0 0,1 0 0,0 0 0,0 0 0,0 0 0,-1 1 0,0 0 0,-1 1 0,-1 1 0,-1 0 0,0 1-214,7-6 1,-1 1 0,-1 0 0,-1 2-1,-1 0 1,-1 2 0,-2 0 0,-1 2 213,3-4 0,-1 1 0,-3 2 0,-1 2 0,-3 1 553,7-7 0,-2 2 0,-18 17-553,-31 33 0,-1 3 0,-7 7 0,-4 5 0,0 2 0,3-4 0,-2 2 0,-1 2 0,-2 2 0,-1 3 0,-2 2 0,9-11 0,-2 2 0,-1 2 0,0 1 0,-2 2 0,0 1 0,-1 0 0,1 0 0,-1 0 0,0 0 0,0-1 0,2 0 0,-1-2 0,0 1 0,1-1 0,-1 0 0,1 0 0,-1 0 0,0 0 0,0 0 0,0 1 0,-1 0 0,0 0 0,0 1 0,4-5 0,-1 2 0,0-1 0,-1 1 0,1 1 0,-1-1 0,0 1 0,0 0 0,0 0 0,0-1 0,0 0 0,1 0 0,-1 0 0,1-2 0,-1 1-61,0 1 0,-1 0 1,-1-1-1,1 1 0,0-1 1,0 0-1,1 0 0,-1-1 1,1-1-1,0 0 0,1-1 1,1 0-1,0-1 61,-4 5 0,0-1 0,2-1 0,0 0 0,0-1 0,1-1 0,0-1 0,1 1 0,-1-1-22,-3 4 0,-1 2 1,1-1-1,0-2 1,2-1-1,3-4 1,3-3 21,-4 2 0,4-4 0,6-6 2959,3-3-2959,29-27 0,10-11 0,1 1 0,5-3 0,3-2 0,-5 5 0,4-2 0,1-1 0,3 0 0,1-1 0,1-1 0,-2 1 0,3-1 0,1 0 0,2-1 0,0 0 0,1-1 0,0 1 0,0 0 0,-6 3 0,0 0 0,1 1 0,0-1 0,1 0 0,-1 0 0,1 0 0,1 0 0,0-1 0,0 1 0,0 0 0,0 0 0,1 0 0,1-1 0,0 1 0,0-1 0,0 1 0,0-1 0,0 1 0,0 0 0,-1 0-256,0 1 1,-1-1 0,1 1 0,0-1-1,0 1 1,-1 0 0,0 0 0,0 0 0,-2 1-1,0 1 1,-1-1 255,5-1 0,0 0 0,-2 1 0,0 0 0,-1 0 0,-1 1 0,-1 0 0,0 0-5,7-3 0,0-1 0,0 1 0,-3 1 1,-4 2-1,-5 3 5,15-9 0,-20 16 0,-33 27 0,-14 9 0,-13 8 0,-1 2 54,4-3 0,-2 3 0,-1 2 0,-3 3-54,7-9 0,-1 2 0,-1 2 0,-2 1 0,0 0 0,0 1 0,0-1 0,2-2 0,-1 1 0,1 0 0,-1 0 0,-1 0 0,1 1 0,-2 1 0,1 0 0,2-4 0,0 1 0,-1 0 0,0 1 0,-1 0 0,1 1 0,0-2 0,1 0 0,0 0 0,1-2 98,-6 6 0,2 0 1,0-1-1,0-1 1,1 0-1,1-1 0,-1-1-98,-1 3 0,-2 0 0,1 0 0,2-2 0,2-3 0,5-5 17,-12 11 0,16-12-17,20-21 0,31-26 0,19-18 0,-19 16 0,3-2 0,3-2 0,4-1-35,-5 3 1,4-1-1,2-1 1,3-1 0,0-1-1,0 1 1,-1 0 34,-4 3 0,1-1 0,-1 1 0,1 0 0,0-1 0,1 0 0,2 0 0,1-1 0,-4 3 0,1-1 0,2 0 0,1-1 0,1 0 0,-1 1 0,1-1 0,0 0 0,-2 2 0,-1-1 0,-1 2 0,5-3 0,-2 1 0,0 0 0,-1 1 0,0 0 0,-1 1 0,0-1 0,0 1 69,0 0 1,1 0-1,-1-1 1,1 1-1,-2 1 1,-1 1-1,-4 1 1,-2 2-70,5-3 0,-4 2 0,-3 2 0,-3 2 0,5-3 0,-11 8 0,-17 9 0,-21 22 0,-3 1 0,-5 6 0,-4 3 85,3-2 1,-4 3 0,-2 1-1,0 2 1,0 1-86,1-3 0,0 1 0,-1 1 0,0 0 0,0 1 0,-1 0 0,3-4 0,-1 1 0,-1 1 0,1-1 0,0 1 0,0-1 0,1-1 0,-1 3 0,-1 0 0,1-1 0,1 0 0,1-2 0,2-2 761,-2 3 1,1-3 0,2-1 0,1-2-762,-2 4 0,0-3 0,6-5 2667,3-3-2667,25-32 0,19-16 0,9-6 0,-9 9 0,1-1 0,3-1 0,1-1-629,-2 2 0,1 0 1,1-1-1,1-1 1,1 1 628,4-3 0,2-1 0,1 0 0,-1 1 0,-3 2 0,-3 3 0,-2 0 0,-2 2 0,0 1 1092,6-4 0,-1 2 0,-7 3-95,2-4 91,-21 18-1088,-11 8 0,-1 5 0,0 1 3276,-3 4-1781,1-3-1495,1-3 0,1-3 0,2-2 0</inkml:trace>
  <inkml:trace contextRef="#ctx0" brushRef="#br0" timeOffset="14816">19437 8457 24575,'-5'7'0,"0"2"0,-1-1 0,0 2 0,0-1 0,2 1 0,0 1 0,0 0 0,1 5 0,0-3 0,1 4 0,0-3 0,1 2 0,-1-2 0,2-2 0,-1-1 0,0-4 0,0 0 0,1-2 0,0 2 0,0-1 0,0 2 0,0-1 0,0 0 0,0 2 0,0-3 0,1-1 0,-1-4 0,1 0 0,-1 1 0,0-1 0,0 2 0,0-1 0,1 0 0,1 2 0,0-1 0,2 1 0,-2 0 0,1 0 0,-1-1 0,-1-2 0,1 0 0,1-1 0,3 2 0,1 0 0,5 1 0,0 0 0,4 0 0,0-1 0,-1 0 0,4 0 0,-4-2 0,5 0 0,-4 0 0,1 0 0,-1 0 0,3-3 0,1-1 0,2-1 0,3-3 0,-4 1 0,3-3 0,-6 2 0,3-1 0,-6 2 0,0-2 0,-2 0 0,-2-1 0,1 1 0,-2-1 0,1-1 0,-1 1 0,-2-2 0,-1 2 0,-1-1 0,-3 0 0,0-1 0,-1 0 0,-1 2 0,0 2 0,0 3 0,-1 1 0,0 2 0,1-2 0,-1 0 0,0 0 0,-1-2 0,1 1 0,-2-1 0,1 1 0,0-2 0,-1 2 0,-1-3 0,1 3 0,-1 0 0,0 0 0,-2 0 0,0-2 0,-2 1 0,-1-3 0,1 2 0,-2-2 0,0 1 0,-1-1 0,-2-1 0,2 2 0,-2-1 0,1 1 0,-2-1 0,4 2 0,-1 0 0,3 2 0,0 1 0,1 0 0,3 2 0,-2-1 0,1 2 0,0-1 0,0 1 0,0-1 0,-1 1 0,0 0 0,-1 0 0,1 0 0,-1 1 0,0 0 0,-2 0 0,2 0 0,0 0 0,2 0 0,0 0 0,0 0 0,-1 0 0,-2 1 0,0 0 0,-2 0 0,0-1 0,-1 1 0,3 0 0,0-1 0,2 1 0,1 0 0,0 0 0,0 0 0,0-1 0,2 0 0,-1 1 0,2-1 0,0 0 0,-1 0 0,0 1 0,-1-1 0,1 0 0,0 1 0,0-1 0,1 1 0,-1-1 0,1 0 0,-1 1 0,1-1 0,0 0 0,0 1 0</inkml:trace>
  <inkml:trace contextRef="#ctx0" brushRef="#br0" timeOffset="15627">20108 8586 24575,'0'0'0</inkml:trace>
  <inkml:trace contextRef="#ctx0" brushRef="#br0" timeOffset="20903">20250 8301 24575,'17'-2'0,"16"-3"0,8-1 0,-10 2 0,1 0 0,15-1 0,-5 2 0,-22 2 0,-10-1 0,-6 7 0,-2 3 0,1 9 0,-1 7 0,0 9 0,-2 16 0,1-23 0,-1 0 0,0 5 0,-1-1 0,0 15 0,1-13 0,-2-17 0,3-12 0,-2-3 0,2-1 0</inkml:trace>
  <inkml:trace contextRef="#ctx0" brushRef="#br0" timeOffset="21420">20821 8184 24575,'1'8'0,"-1"7"0,0 7 0,1 23 0,0 4 0,0-14 0,0 0 0,0-7 0,0-1 0,0 0 0,-1-2 0,2 3 0,-2-12 0,0-10 0,6-9 0,-5 2 0,4-4 0</inkml:trace>
  <inkml:trace contextRef="#ctx0" brushRef="#br0" timeOffset="22253">21009 8202 24575,'10'-4'0,"7"0"0,3 0 0,7 1 0,-4 2 0,-3 1 0,-6 1 0,-6 1 0,-5 0 0,-2 2 0,-3 7 0,-3 7 0,-10 18 0,1-12 0,-1 1 0,-3 3 0,-1 1 0,-6 3 0,1 0 0,5-7 0,1-1 0,-1-1 0,2-3 0,0 4 0,6-11 0,8-8 0,4-4 0,4-2 0,9-3 0,18-4 0,7 0 0,-10 3 0,0-1 0,15 2 0,-1-2 0,-24 5 0,-7-1 0,-10 2 0,0-1 0</inkml:trace>
  <inkml:trace contextRef="#ctx0" brushRef="#br0" timeOffset="23101">21414 8158 24575,'6'-4'0,"8"-2"0,22-5 0,-9 6 0,2 0 0,1 0 0,0 1 0,0 1 0,-3 1 0,2 4 0,-15-1 0,-10 4 0,-5 4 0,-3 6 0,-11 13 0,-11 7 0,10-16 0,-1 0 0,-3 0 0,0-2 0,-11 5 0,6-7 0,15-10 0,6-3 0,11-2 0,11-3 0,11 1 0,18 1 0,-6 5 0,1 4 0,-21 3 0,-7 5 0,-11 3 0,-2 1 0,-4 2 0,-3-7 0,-5-2 0,0-7 0,-8-3 0,0-3 0,-9 0 0,3-1 0,-5-1 0,5 0 0,-2-1 0,13 2 0,4-1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5:59:12.003"/>
    </inkml:context>
    <inkml:brush xml:id="br0">
      <inkml:brushProperty name="width" value="0.05292" units="cm"/>
      <inkml:brushProperty name="height" value="0.05292" units="cm"/>
    </inkml:brush>
  </inkml:definitions>
  <inkml:trace contextRef="#ctx0" brushRef="#br0">27476 13987 24575,'-25'-7'0,"-12"-1"0,-4 1 0,13 3 0,1 0 0,-15 2 0,16 1 0,0 0 0,-16 2 0,14 0 0,-1 0 0,0 1 0,0 1 0,-2-1 0,0 1 0,-2-1 0,0 1 0,5-2 0,2 1 0,-3-1 0,0 0 0,-13 0 0,-2-1 0,11 0 0,-4-2 0,9 2 0,-4-2 0,2 1 0,-3-2 0,-13-1 0,4-1 0,13 3 0,0 0 0,-15-1 0,-3 2 0,11 1 0,4 0 0,-1 2 0,5 0 0,-8 5 0,4-1 0,-6 10 0,3-3 0,-4 12 0,6-2 0,15-5 0,-1 2 0,-10 19 0,2 0 0,5 3 0,10-8 0,3 6 0,5-1 0,5 1 0,5-2 0,8-1 0,11-1 0,7-1 0,-7-16 0,3-1-412,0-4 0,1-1 412,15 2 0,2-1 0,-6-2 0,2-2-565,-6-2 0,1-1 0,0 0 565,-3-1 0,-1-1 0,0 0 0,15 2 0,1-1-293,-15-3 0,0 0 0,-2 0 293,3-1 0,-1 0-154,7 1 1,-1-2 153,-11 1 0,-1-1 0,7 0 0,-1-1 0,-7 0 0,-1 1 0,7-2 0,-1 1 0,-6 0 0,0 0 0,4-1 0,1 0 351,-4 1 1,0-1-352,-1 0 0,-1 0 1650,21 0-1650,-12-1 984,2 1-984,-8-1 368,2-1-368,-6 1 0,5-2 0,1-2 0,2-3 0,6-5 0,-8 0 0,4-2 0,-11 3 0,1-1 0,-8 3 0,2-1 0,-4 1 0,0 0 0,3-2 0,-2 0 0,6-6 0,-6 5 0,3-5 0,-5 5 0,3-4 0,-3 5 0,-1 1 0,0 2 0,-4 1 0,1 1 0,-2 1 0,-2 0 0,-1 0 0,-1 0 0,-2-2 0,0-1 0,-1-4 0,-1-2 0,-2-6 0,-1 2 0,-1-4 0,2 8 0,-1 0 0,3 7 0,0 2 0,0 2 0,0 1 0,0 1 0,0 0 0,-1 0 0,0-1 0,-2 0 0,1-1 0,-2-1 0,1 0 0,1 1 0,-1 2 0,3 1 0,0 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5:36.234"/>
    </inkml:context>
    <inkml:brush xml:id="br0">
      <inkml:brushProperty name="width" value="0.05292" units="cm"/>
      <inkml:brushProperty name="height" value="0.05292" units="cm"/>
    </inkml:brush>
  </inkml:definitions>
  <inkml:trace contextRef="#ctx0" brushRef="#br0">22645 16958 24575,'-17'-19'0,"1"-1"0,-4-2 0,-2-2 0,-2-1 0,-2-1 0,-1 1-1035,-6-7 0,-2 2 1035,-5-2 0,2 4 0,13 11 0,1 3 332,1 1 1,1 3-333,-2 2 342,-2 4-342,6 3 0,-8 2 0,1 3 1063,-19 3-1063,-3 2 0,9-2 0,-2 0-448,6-1 1,0 0 447,-11 3 0,1-1 0,12-1 0,2 0 0,-5 2 0,1 0-24,9-2 0,2 1 24,-4 0 0,1 2 0,-13 7 0,-2 4 0,7 2 0,2 0 892,2 1-892,5-3 51,-2 7-51,8-4 0,-1 8 0,9-4 0,-1 7 0,6-2 0,1 8 0,4-6 0,1 8 0,5-9 0,2 7 0,4-7 0,8 7 0,2-8 0,-5-12 0,3 0 0,15 14 0,-8-14 0,1 0 0,-2-3 0,1-1 0,7 2 0,2-1-420,-4-2 1,1-2 419,10 5 0,1-1 0,-4-5 0,1-2-469,-5-1 1,2 1 0,0-2 468,10 0 0,2-2-655,-5-1 0,3 0 0,-2-1 655,-6-2 0,-1-1 0,2 0 0,9-2 0,3 0 0,-4-1 0,-10-1 0,-2-1 0,0-2-273,4-1 0,-1-2 0,-2 0 273,3-4 0,-2-1 0,1-5 0,-1-1 0,-8 0 0,-2-3 0,5-8 0,-2-4 0,-8 1 0,-3-3 0,-6 4 0,-3-2 0,-2-1-544,-5 0 1,-2 0 0,-4-2 543,-5-3 0,-3-2 0,-3-1 0,0 2-341,-1 4 1,-2 3 0,0-1 0,-2 0 340,-4-6 0,-1-1 0,-1 1 0,1 3 0,0 4 0,1 3 0,1 3 752,-5-4 1,5 4-753,1 1 740,14 18-740,4 6 2436,2 2-2436,0 1 3276,1 0-3214,-2 0-62,-3 0 0,-28-6 0,22 5 0,-18-5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0:35.616"/>
    </inkml:context>
    <inkml:brush xml:id="br0">
      <inkml:brushProperty name="width" value="0.05292" units="cm"/>
      <inkml:brushProperty name="height" value="0.05292" units="cm"/>
    </inkml:brush>
  </inkml:definitions>
  <inkml:trace contextRef="#ctx0" brushRef="#br0">26513 18021 24575,'-9'-19'0,"-9"-5"0,-1 3 0,-2 0 0,-1 0 0,-3 0-1265,-10-8 0,-3 0 1265,-1 2 0,-1 2 0,12 7 0,-1 1 0,-1 0-564,-7-3 0,-2 1 0,0 1 564,5 4 0,0 0 0,-2 0 0,-9-3 0,-3 0 0,3 2 0,10 3 0,0 2 0,1 1 0,-2 0 0,0 1 0,3 1 0,-1 1 0,3 3 398,-1 0 0,0 2-398,3 2 0,0 2 0,-1-1 0,-2 0 0,-8 4 0,-1 0-415,6 0 1,-1 1 414,-11 1 0,0 1 0,7-1 0,0 1 0,8-2 0,-1 0 0,0 0 0,-9 5 0,-1 0 0,11-1 0,-2 2 0,2 0 0,-13 6 0,0 3 0,3 0 0,0 2 0,11-6 0,1 0 0,1 1 0,-5 5 0,1 0 0,-6 5 0,3 1 0,10-7 0,2 1 518,-1 3 0,3 0-518,6-7 0,2 1 0,1 6 0,3 1 0,3 0 0,4 1 0,0 2 0,3 2 657,4 7 0,5 1-657,0-7 0,4 1-601,9 8 1,6 1 600,1-8 0,4 0-514,0-5 0,4 0 0,0-1 514,-2-4 0,1 0 0,2-1 0,-2-3 0,1-1 0,2 1 0,-1-2-619,0 1 0,0-1 1,1-1-1,-1 0 619,0-3 0,1-1 0,0 0 0,0 0 0,4 1 0,1 0 0,-1-1 0,-1-2 0,4-1 0,-2-3 0,2-1-344,-5-2 1,2 0 0,0-1 0,-3-1 343,3-1 0,-2-2 0</inkml:trace>
  <inkml:trace contextRef="#ctx0" brushRef="#br0">25630 19049 16079,'39'-2'0,"1"-1"0,-2 0-139,2 0 0,-2-1 0,0-2 139,7-3 0,0-2 0,-2-1 0,-4 0 0,-1-1 0,-2-1 0,-1-1 0,-2-1 0,0-2 328,-1-2 1,0-2 0,-3 0-329,3-6 0,-5-2 990,0-6 1,-4-1-991,-8 10 0,-3-1 0,-4-2 0,-2-1 2196,0-17-2196,-8 17 0,-4 0 0,-3-3 0,-4-1 536,-2 0 0,-3 0-536,-7-6 0,-1 2 0,6 10 0,-1 1 560,1 2 0,1 3-560,1-3 527,7 14-527,11 9 0,-1 3 0,2 0 0</inkml:trace>
  <inkml:trace contextRef="#ctx0" brushRef="#br0" timeOffset="2284">28146 18045 24575,'-2'-7'0,"-5"-12"0,-8-7 0,-4-7 0,-6-5 0,3 9 0,-4 0 0,5 9 0,-5-1 0,1 5 0,-9-3 0,-3 1 0,-1 2 0,-2 1 0,9 7 0,-3-1 0,8 6 0,-1-1 0,5 3 0,-5-1 0,2 2 0,-2 0 0,-3 2 0,4 1 0,-9 6 0,5 0 0,-11 4 0,8-3 0,-9 2 0,7-2 0,0-1 0,0 1 0,8-3 0,-2 2 0,9-2 0,-3 2 0,7-2 0,-2 1 0,4-1 0,-3 2 0,0 0 0,-1 2 0,-2 2 0,2 1 0,-10 12 0,7-4 0,-6 9 0,6 0 0,-1 1 0,1 2 0,-2 4 0,5-6 0,-1 8 0,6-6 0,0 8 0,7-6 0,2 11 0,2-4 0,5 0 0,4 0 0,2-11 0,5 1 0,1-10 0,7 0 0,2-4 0,10 2 0,7 1 0,-17-12 0,1 0-322,8 2 1,2 0 321,0-1 0,2-1-442,-5-1 0,2 0 0,-1-1 442,11 3 0,2-2 0,-10-1 0,3-1 0,-3-1 0,5 1 0,0-2 0,8-1 0,-1-1-223,-12-1 1,-1-2 222,0 0 0,-1-2 0,-4-1 0,-2 0 0,17-8 0,-20 2 0,-1-2 0,-2-1 0,0-2 0,3-5 0,1-1 0,-3 0 0,-1-2 0,2-5 0,0-2 0,-3 2 0,-1-1 0,-3 1 0,0-1 0,-2-2 0,-1 1 585,4-15-585,-11 19 0,-1 0 1336,0-14-1336,-9-9 493,-5 9-493,-8-8 0,1 14 0,1 4 0,6 12 0,5 9 0,2 3 0,0 3 0,1 1 0,-1 2 0</inkml:trace>
  <inkml:trace contextRef="#ctx0" brushRef="#br0" timeOffset="13041">27347 15448 24575,'-48'3'0,"14"-3"0,-3 1 0,-4 1 0,-6 1 0,1-1-1093,3 0 1,0-1 0,-2 2 534,2-1 1,-2 2-1,0-1 1,2 1 557,5 0 0,0 0 0,1 1 0,0-1 0,-9 1 0,0 1 0,0 0-110,0 2 0,0 0 0,3 0 110,-6 0 0,1 1 123,13-3 1,-1 1 0,1 0-124,-5 1 0,0-1 0,-3 1 0,1 0-179,10-2 1,0 0 178,-5 1 0,1 1 0,4-1 0,1 0 0,1 0 0,-1 1 0,-2 0 0,1 0 0,6-2 0,0 0 0,-7 3 0,-1-1 0,4 0 0,1 0 0,-10 2 0,0 1 0,4-2 0,-1 2 805,-8 1 0,0 1-805,3 0 0,2-1 0,0 1 0,0 1 0,0-1 0,1 0 555,7-1 1,0-1-556,-6 2 0,1 0 0,7-2 0,-1-1 0,-5 3 0,0-1 0,8-1 0,-1-1 0,-5 2 0,-1 1 0,4-3 0,0 0 0,-1 1 0,0-1 0,0 0 0,0-1 461,4 1 1,0-1-462,-3 1 0,-1-1 0,6 1 0,-1 0 0,-7 2 0,0-1 0,6 0 0,0 1 0,-10 2 0,-1 0 0,8-3 0,-1 0-133,-8 4 1,-2 0 132,7-3 0,1 0 0,-1 1 0,0 0 0,-1 0 0,0-1 0,6-2 0,0 0 0,-8 1 0,-1-1 0,6-2 0,0 0 0,-10 1 0,0-1 0,9-2 0,0-1 0,-9 2 0,1-1 0,7 0 0,1 1 0,-3-2 0,1 1 0,-3 2 0,0 1 0,5-2 0,0-1 0,-8 3 0,0-1 0,6 0 0,1-2 0,-9 2 0,-1-1 0,9 1 0,-1 1 0,-5-1 0,-1 0 0,6 0 0,1 0 0,2 0 0,0-1 0,-4 1 0,1 0 0,7 0 0,-1-1 0,-8 2 0,0 1-1639,6-2 1,-1 1 614,-8 0 0,0 1 1024,6-2 0,0-1-50,-5 2 1,0 0 49,3-2 0,2 1 0,1-1 0,0 1 0,-3 1 0,0 0 0,7-2 0,0 1 0,-9 3 0,-1 0 0,8-3 0,1 0 0,-13 4 0,-2 0-309,5-2 1,0 0 308,-3 2 0,0 0 0,-2 0 0,2 0 0,8-1 0,0-1 0,-8 2 0,0 0 0,7-3 0,0 1 0,4-2 0,-1 1 0,1-1 0,-7 2 0,1 1 0,5-3 0,-1 0 0,2 0 0,-9 4 0,0-1 0,7-3 0,-2 0 0,0 1-206,1-1 1,0 1 0,0-1 205,0 1 0,0-1 0,-1 0 0,-7 1 0,-2 0 0,2 0 0,8-3 0,0 0 0,-2 0 819,0-1 0,-2 1 0,-2 0 0,3-1-814,-7 0 0,2 0 1,-2-1-587,-1 1 1,-3 0-1,-1 0 1,2-1 580,7-1 0,1-1 0,0 1 0,-1-1 0,-6 1 0,-1-1 0,-1 0 0,2 0 0,3-1 0,0 0 0,0 0 0,2-1 107,5 0 1,0-1 0,1 1 0,0-1-108,-4 0 0,0-1 0,0 0 0,3 0 407,-1-2 1,2 0 0,0 0-408,-2-1 0,-1-1 0,2-1 0,-11-5 0,3 0 0,10 2 0,3 0 0,5 0 0,4 2 2238,6 1-2238,19 5 3276,17 0-3027,11-1 0,7 0-249,1 2 0,4 1 0,2 0-693,-3-1 1,2-1 0,1 1 0,0 0 692,0 1 0,0 1 0,1 0 0,-1-1 0,0 0 0,0 0 0,-1 0 0,-2 1-430,-2-1 0,-3 1 0,1 0 430,3 0 0,1-1 0,-4 1-243,1 0 0,-1-1 243,6 1 0,-1-1 0,-10 0 0,0 0 0,4 0 0,1 0 0,-3 0 0,1-1 0,1 0-892,1 0 1,1-1-1,4 0 892,-4 1 0,3 0 0,2-1 0,1 1 0,-3-1 0,4 0 0,0-1 0,-1 1 0,2-1 0,-1 1 0,1 0 0,0 1 0,0-1 0,-5 0 0,9-1 0,-5 0 0,-1 0 594,-3 1 1,-2-1 0,-3 0-595,0-2 0,-3 0 446,-6 0 1,0-1-447,10-3 0,2-1 0,-2 0 0,2-2-471,1 1 1,4-1-1,0-1 471,-4 1 0,-1 0 0,3 0 134,0-1 0,3-1 1,0 1-1,-3 0-134,3 0 0,-3 0 0,1 0 0,2 0 0,0-1 0,-2 1-44,-8 3 0,-2 1 1,-1 0 43,6-3 0,-1 0 0,9-5 0,-1 0 0,-9 2 0,0-1-425,0 0 1,3-2 0,-1 1 424,-3 1 0,-1 1 0,3-3-284,3-1 1,4-2 0,0-2 0,0 2 283,-4 0 0,0 1 0,-1-1 0,2-1 0,-3 2 0,0-1 0,1-1 0,0 0 0,-1 0 0,2-2 0,-1-1 0,0 0 0,0 0 0,-2 0 0,2-2 0,-1 1 0,-1-1 0,0-2 0,-2 2 0,0-2 0,0-1 0,-1 0 0,-3 1 0,6-8 0,-3 2 0,-1-3-46,-4 2 1,0-3-1,-1 1 1,-2 0 45,1-1 0,-3 2 0,1-4 0,-1 0 0,0-3 0,0-1 0,-2 2-446,-1 6 0,-2 1 0,0 0 0,1-2 446,-1 2 0,1 0 0,0-2 0,1 1 0,-1-2-323,3-2 1,0-2-1,1 0 1,-1 0-1,1 1 323,-2 3 0,-1 1 0,1 1 0,0-1 0,1-2 0,0-1 0,1-2 0,0-1 0,1 0 0,-1 2 0,-1 2 0,-2 1 0,0 3 0,-1 1 0,0-1 0,2-1 0,3-6 0,1-2 0,0 0 0,-1 1 0,0 3 75,-3 3 1,-1 2 0,1 2 0,0-2-76,4-4 0,1-2 0,1 1 0,-3 4 209,0 2 1,-1 4 0,0-1-210,3-2 0,2 0 0,-3 3 1022,1 1 1,-2 3-1023,-1 1 0,0 2 0,-5 5 0,-1 2 3276,10-11-2782,3-3 2534,-6 7-3028,2-1 1887,3-3-1887,-2 4 337,9-8-337,-4 7 0,-12 9 0,1 0 0,13-11 0,-12 10 0,1 0 0,11-9 0,5-3 0,0 3 0,-6 3 0,-11 9 0,-1 1 0,9-7 0,-1 1 0,-13 10 0,-9 4 0,-7 8 0,-11 9 0,-20 12 0,6-5 0,-7 3-820,1-3 1,-5 2 0,-2 1 0,0 0 610,0-1 0,1 0 0,-3 1 0,-4 3-201,7-5 0,-4 2 1,-2 2-1,-2 0 1,0 1-1,-1 0 0,0 0 1,2-1 141,2-1 0,1-1 0,0 1 0,0-1 0,-1 1 0,0 1 0,-1 0 0,-1 1-30,4-3 0,0 1 0,-1 0 0,-1 1 0,0 0 0,-1 1 0,0 0 0,1 0 1,-1 1-1,1 0 0,1 0 266,-1 1 0,0 0 0,-1 1 1,1 1-1,0-1 0,0 1 1,1 0-1,0 0 0,1 0 1,1-1-1,1 0-238,-2 1 1,1 0-1,1-1 1,0 1 0,1-1-1,1 0 1,0 1 0,0 1-1,1 0 270,-1 2 0,-1 1 0,1 1 0,0 0 0,0 0 0,2 0 0,2-1 0,2-1 0,3-2 43,-4 5 1,4-1 0,2-1 0,3 0 0,0 0-44,-4 9 0,2 1 0,3-1 0,4-4 1106,1 9 0,6-3-1106,3 1 0,5-3 1638,6-14 0,3-3-1462,5-1 1,7-2-177,8-6 0,7-4 0,4-2 194,5-2 1,6-3 0,3-2-1,2 0-194,-12-1 0,2 0 0,2 0 0,0-1 0,2-1 0,0-2-292,-5 1 0,0-2 0,1 0 0,1 0 1,1-2-1,1 0 0,-1 0 0,2-2 292,-4 1 0,1-2 0,2 0 0,-1 0 0,2-2 0,-1 1 0,0-1 0,-1 0 0,0 0 0,-2-1-316,1 1 1,-2-1 0,0 1 0,0-1-1,-1 0 1,0-1 0,0 0 0,2-1 0,0 0 315,1-2 0,1 0 0,2-1 0,0 0 0,1-1 0,-2 0 0,0 0 0,-2 0 0,-2 0 0,-3 1-228,6-3 1,-2 0-1,-3 0 1,-1 1-1,-1-1 1,0-1 227,4-2 0,0-1 0,-1-1 0,-4 2 0,-5 2 1029,7-9 0,-9 3-1029,-4-2 3276,-26 18-2959,-21 8-317,-13 3 0,-10 3 0,10 1 0,-5 3 0,-1 1 0,-3 2 36,-1 0 0,-2 1 1,-2 2-1,-2 1 0,1 1-36,7-2 0,0 2 0,-1 1 0,0 0 0,-1 1 0,0 1 0,0 0-215,3 0 1,0 1-1,-1 0 1,1 0-1,-1 1 1,-1 2-1,0 0 1,0 1 214,3-1 0,-1 2 0,-1 0 0,0 1 0,-1 1 0,1 0 0,0 1 0,0-1 0,2 0 0,0 0-343,0 0 0,1-1 0,1 1 1,0-1-1,0 1 0,0 0 1,1 1-1,-1 0 0,0 1 343,0 1 0,-1 1 0,-1 1 0,0 0 0,1 1 0,0 0 0,1 0 0,1-2 0,2 0 0,3-2-233,-6 6 1,3-1 0,2-2 0,2 0 0,0 1 0,2 0 232,-4 6 0,0 2 0,2-1 0,3-1 0,5-4 670,3-1 1,4-3 0,4-1-671,0 14 0,9-5 3276,23 0-3246,6-21 1,10-6-31,0-6 0,7-5 0,4-1 0,3-2 0,-11 1 0,2-2 0,2 0 0,1-1 0,1-1 0,0 0 0,0 0 0,-3 1 0,1-1 0,-1 0 0,2 0 0,-1-1 0,1 0 0,0-1 0,1 0-157,-2-1 0,1 0 1,0 0-1,1 0 1,-1-1-1,1-1 0,0 0 1,-1-1-1,0-1 157,-1-1 0,1-1 0,0 0 0,0-1 0,-1-1 0,1 0 0,-2 0 0,0 0 0,-1 0-335,1-1 0,-1 0 0,-2 1 0,1-2 0,-1 1 0,1-1 0,-1-1 0,2-1 335,-1 0 0,1-1 0,1-2 0,0 0 0,-1 0 0,0 0 0,-1 0 0,-3 1 0,-2 1-211,11-7 0,-4 1 1,-2 0-1,-2 1 1,-1-1 210,5-4 0,0-1 0,-5 1 0,-6 2 1248,-1-6 0,-10 2-1248,-11-9 0,-37 3 0,2 24 0,-6 4 683,-8 3 1,-6 2-1,-2 2-683,10 3 0,0 1 0,-2 1 0,-3 3 80,1 2 0,-3 2 0,-3 1 0,0 2 0,0 1 0,3 0-80,2 0 0,2 2 0,1 0 0,0 1 0,-1 2 0,-1 0 0,-1 1 0,0 1 0,-1 1 0,0 2 0,0 0 0,1 0 0,1 2 0,2 0 0,-1 2 0,2 1 0,0 1 0,1 0 0,1-1 0,1-1 0,-6 5 0,3 0 0,0-1 0,2 0 0,0 2 130,1 0 0,0 2 0,1 0 1,2-2-1,6-2-130,2-1 0,5-3 0,4 1 0,-2 12 0,9-2 0,22 9 0,6-19 0,9-3-374,11-5 1,8-4 0,6-2 373,-12-4 0,3-2 0,3 0 0,0-2 0,2 1-60,-5-1 1,2 0 0,0 0 0,1-1 0,1 0 0,0-2 59,-3 0 0,1-1 0,-1 0 0,2-2 0,-1 1 0,1-2 0,1 1-274,-5-1 1,2-1 0,0 0-1,1 0 1,-1-1 0,0 0 0,-1-1-1,-1 0 274,1 0 0,-1 0 0,-2-1 0,1 0 0,0-1 0,1 0 0,1-1 0,-3 0 0,2-1 0,1 0 0,1-1 0,-1 0 0,0-1 0,-1 1 0,-3 0 0,-1 0 0,11-5 0,-2 1 0,-3 0 0,-1-1 0,1 0-145,-1 0 0,1-2 1,-2 1-1,-2 1 0,-6 1 145,11-5 0,-9 2 1980,-5 0-1980,-45 16 0,-29 8 0,9 2 0,-3 3 774,0 5 1,-2 5-1,0 2-774,-1 2 0,0 2 0,-1 4 506,11-6 1,-2 3-1,1 0 1,0 1-1,3-1-506,-1 1 0,2-1 0,1 1 0,0-1 0,-6 11 0,2 0 0,4-5 753,6-6 0,4-4-753,6 1 0,16-25 0,19-12 0,13-11 0,1-2-820,-7 3 1,1-2 0,2-1 0,1-2 769,-5 4 1,1 0 0,1-2 0,0 0 0,1-2-1,0 0-310,0-2 0,1-2 0,0 0 0,0-2 0,-1 0 0,0 0 0,-3 0 360,-1-2 0,-1 1 0,-2-1 0,-1 0 0,1-2 0,2-1-207,-2 1 1,1 0 0,1-2 0,1-1-1,-1-1 1,-1 0 0,-1 1 0,-2 0 206,-2-1 0,-1 1 0,-2 0 0,0-1 0,-1 0 0,0-2 0,0-2-255,-1 3 0,-1-2 0,1-2 0,0-1 0,-1 0 0,-1 0 0,0 0 0,-2 2 0,-1 0 255,1-3 0,-2 1 0,-1 1 0,-1 0 0,-1-1 0,0 0 0,-1-1-68,-1 2 1,0 0 0,-1-2 0,-1 0 0,0 0 0,-1 1-1,-2 0 1,-1 2 67,-2-2 0,-2 1 0,-1 1 0,-1-1 0,0 2 0,-2 1 0,1 1 133,-1-8 1,-2 2 0,0 1-1,-1 1 1,-3 0-134,-2-2 0,-3-1 0,-1 2 0,0 1 0,-1 5 525,-4-3 0,-2 4 0,-2 2-525,-4 1 0,-4 1 0,2 6 1304,-3 4 0,-1 5-1304,4 7 0,-2 2 0,1 2 0,-8 3 0,-1 3 0,6 2 0,-2 1 0,0 1 857,-8 1 1,-2 2 0,1 1-858,1 0 0,1 1 0,-2 1 0,4 0 0,-2 1 0,0 0 0,4 1 0,1 0 0,4 0 0,1 0 1638,-16 6 0,9-1-1622,9-1 1816,21-7-1832,13-7 992,0 0-992,3-2 2844,8 2-2844,19-2 0,13-3 0,2-1 0,-4 1 0,-24 3 0,-7 2 0,-9 0 0,-2 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3:40.266"/>
    </inkml:context>
    <inkml:brush xml:id="br0">
      <inkml:brushProperty name="width" value="0.05292" units="cm"/>
      <inkml:brushProperty name="height" value="0.05292" units="cm"/>
    </inkml:brush>
  </inkml:definitions>
  <inkml:trace contextRef="#ctx0" brushRef="#br0">6901 14423 24575,'-39'-22'0,"0"1"0,5 3 0,-3-2 0,-2 0 0,-1 0 0,5 2 0,-1 0 0,-1 1 0,-1-2 0,-2 1-547,1-1 1,-3 0 0,0-1 0,-2 1 0,1 0 0,0 0-1,1 2 1,1 0 0,-1 0 0,-1 1 0,0 0 0,-1 0 77,1 1 1,-1 1 0,-1-1 0,-1 1 0,1 1 0,0-1 0,1 2-43,-4-1 1,2 1-1,0 0 1,-1 1 0,0 0-1,-3 0 511,6 1 0,-1 1 0,-2 0 0,-1 0 0,1 0 0,0 1 0,1 0 0,3 2 0,-3-1 0,1 2 0,2 0 0,0 1 0,0 1 0,-3-1-89,1 1 1,-3 0-1,0 0 1,-1 0-1,2 1 1,0 1-1,3 0 89,-4 1 0,2 1 0,2 0 0,-1 2 0,-2 0 0,5 1 0,-2 1 0,-1 0 0,0 1 0,1 1 0,0-1 0,2 1 0,-6 2 0,2 0 0,1 1 0,0 0 0,-2 2 0,3 0 0,-1 0 0,0 1 0,0 1 0,-1 2 0,0 2-289,6-1 1,0 3-1,-1 1 1,0 1 0,1 0-1,0 1 1,1 0 0,2-2 288,-3 4 0,1-1 0,2 1 0,0-1 0,1 2 0,-2 0 0,2 0 0,-2 1 0,0 1 0,0 0 0,2 0 0,3 0 0,2-1 290,-5 10 0,3 0 1,4-1-1,4-2-290,2-4 0,4-1 0,2-1 1441,-4 11 1,5-3-1442,4 6 3276,13-4-3191,4-14 0,2 4-85,4 6 0,2 4 0,3 1 683,-1-5 1,2 1-1,1 1 1,1 0-684,2 5 0,2 1 0,0 0 0,1-1 0,3 1 0,2 0 0,-1-1 0,0-3 0,0-1 0,0-2 0,-1-2 422,1-2 0,0-2 0,-2-3-422,-2-3 0,-1-3 0,3 0 0,0-2 0,13 8 0,-12-8 0,3 0-210,-1-1 1,1 1 209,0 1 0,2 1 0,4 2 0,-1 1 0,-9-5 0,0 0 0,2 2 0,-2-1 3276,8 7-3080,-3-2 550,-13-9-746,2 3 0,-3-4 0,1 3 532,5 2-532,-1-1 0,6 4 0,-6-4 0,4 1 0,-9-5 0,4 0 0,4 0 0,8 3 0,-5-5 0,2 1 0,-4-1 0,2 0 0,4 1 0,0 0 0,7 6 0,-8-4 0,-13-5 0,4 0 0,2 0 0,7 3 0,-6-3 0,2 0 0,4 1 0,3 0-604,-2-1 1,4 2 0,-1-2 603,-1 0 0,0-2 0,1 2 0,9 2 0,2 1 0,-3-2 0,-8-3 0,-1-1 0,0 0 0,6 2 0,1 0 0,-2-1-575,5 0 0,-1-2 575,-9-2 0,1 1 0,0-2 0,14 1 0,-2-2 0,1 1 0,1-3 0,-12-1 0,1-1 0,0-2-638,-5 1 0,0-2 0,2 0 638,10-4 0,1-1 0,0-1 0,-7 1 0,-1-2 0,1 0 0,-3 0 0,2 0 0,0-1 0,-3-1 0,3-3 0,-1 0 0,0-2-541,-2 3 0,1-2 1,0-1-1,-2 0 541,6-5 0,-2-1 0,0 1 0,0 0 0,0 1 0,-1-1 16,-1-2 0,-2-1 0,-1 1-16,4-4 0,-1-1 0,-7 4 0,0-3 0,-2 2 0,5-7 0,-2-1 0,-6 4 0,1-2 0,-1 0 0,-5 6 0,-2 0 0,1-1-332,6-10 1,2-2 0,-2 0 331,0 2 0,-1-1 0,0 1 0,0 0 0,1 0 0,-1 0 130,1 0 1,0 0 0,-1 2-131,1-3 0,0 2 453,-5 9 0,-1 0 1,-1 1-454,2-2 0,-2 0 514,3-6 0,-1 1-514,-6 8 0,-1 1 0,1-8 0,-2 0 0,-2 1 0,-3-1 0,0-1 0,-2-2 0,-3-5 0,-3 1 0,-1 8 0,-2 1 0,-6-11 0,-2 0 0,3 13 0,-2 2 0,-4-8 0,0 2 2298,-7-6-2298,5 8 1557,11 20-1557,3 7 958,5 4-958,-6 2 97,-7-1 1,4 1-1,-4-1 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7:40.170"/>
    </inkml:context>
    <inkml:brush xml:id="br0">
      <inkml:brushProperty name="width" value="0.05292" units="cm"/>
      <inkml:brushProperty name="height" value="0.05292" units="cm"/>
    </inkml:brush>
  </inkml:definitions>
  <inkml:trace contextRef="#ctx0" brushRef="#br0">28041 18220 24575,'2'-25'0,"-2"6"0,-4-13 0,-5 6 0,-13-13 0,-6 0 0,5 14 0,-2 0-463,-1 3 0,-2 1 463,-10-6 0,-1 1 0,3 5 0,0 2 0,6 3 0,-1 0 0,0 1 0,-8 0 0,1 1 0,5 5 0,-1-1 0,2 2 0,-7-1 0,1 2 0,-7 1 0,2 3 0,11 1 0,2 2 0,-1 3 0,1 1 0,-12 7 0,-4 7 0,7 1 0,13-6 0,-1 0 0,3-1 0,1 1 0,-3 3 0,0 0 0,-13 12 463,19-12 0,1 0-463,-10 12 0,-4 9 0,10-2 0,10-12 0,1 1 0,-5 16 0,9-16 0,1 1 0,-2 11 0,3 10 0,4-10 0,6 12 0,5-8 0,1-14 0,4 1 0,1-3 0,4-1-642,9 6 0,6 0 642,7-2 0,3-2-628,-12-8 1,1-1-1,1 0 628,4-1 0,2 0 0,0-2-717,5 0 1,0-2 0,0-1 716,-3 0 0,0-1 0,2-1 0,-4-1 0,2-1 0,1-1 0,-2 0-767,5 1 1,-1-2-1,2 0 767,-5-1 0,2 0 0,1-1 0,-3 0 0,6 1 0,-1-1 0,0-1 0,-7-1 0,1 0 0,-1-1 0,-1 0-112,4-1 1,-1 0 0,-2-2 111,-2 0 0,0-1 0,-2-2 248,-2-1 0,-1-2 0,-3 0-248,4-4 0,-3-2 785,4-5 0,-4-4-785,-9 6 0,-2-3 0,0-5 0,-4-2 0,-5 5 0,-3-1 0,-2-5 0,-3-2 0,-7 2 0,-4-1 0,-10-9 0,-5-1 538,-2 4 1,-3 1-539,-1 5 0,-4-1 0,1 3 0,6 6 0,0 1 0,-1 1 0,-4-2 0,-1 0 0,3 3 759,-1 0 0,2 4-759,5 2 0,2 4 812,2 2-812,7 5 384,6 2-384,3 1 1845,0 0-1845,3 1 0,-1-1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1:21.544"/>
    </inkml:context>
    <inkml:brush xml:id="br0">
      <inkml:brushProperty name="width" value="0.05292" units="cm"/>
      <inkml:brushProperty name="height" value="0.05292" units="cm"/>
    </inkml:brush>
  </inkml:definitions>
  <inkml:trace contextRef="#ctx0" brushRef="#br0">27880 17799 24575,'-5'-7'0,"-3"-4"0,-13-8 0,-6-1 0,2 5 0,-2 1 0,1 2 0,-2 1-422,-9-3 0,-2 1 422,4 4 0,0 0 0,-8 0 0,-2 0 0,2 3 0,1 0 0,0 2 0,1 0 0,-5 1 0,2 1 0,12 2 0,0 1 0,-5 1 0,0 0 37,10 1 0,0 1-37,-4 2 0,0 0 0,5 0 0,1 0 0,-4 2 0,-1 1 0,2 0 0,0 0 0,1 1 0,0 1 0,-2 3 0,1-1 0,4-1 0,1 0 0,-4 3 0,1 1 0,5-2 0,0 1 0,0 3 0,0 1 0,-8 17 0,14-13 0,2 2 0,1 0 0,2 1 0,2 2 0,1 1 0,2 5 0,1-1 0,2-3 0,2 0 73,2 8 0,3 1-73,0-7 0,2 0 0,5 7 0,4 0 0,1-6 0,2-1-530,9 4 0,3 0 530,1-4 0,2-2 0,0-2 0,1-3-269,0-2 0,0-2 269,-7-6 0,1-2-1639,4-1 1,0-1 252,-5-2 1,1-1 1385,12-1 0,3-2-393,-3 0 1,1-2 392,-3-1 0,3 0 0,0-1 0,-1 0 0,-1-1 0,0 1 0,-1-2 0,0 1 0,-1-1 0,-3 0 0,-1 0 0,-3-1 347,3-1 0,-3 0-347,-1-1 0,-2-1 357,12-5-357,2-3 3276,-10-1-372,7-7-1134,-4-3-1770,-1-6 27,-16 11 0,-1-1-27,12-17 0,-12 12 0,-1-1 0,-3 4 0,1 0 0,1-4 0,-1 1 0,6-13 0,1 2 0,-7 10 0,0-1 0,-4 2 0,-1-3 0,-3-6 0,-2 2 0,-2-10 0,-1 8 0,0-4 0,1 13 0,-2 1 0,1 6 0,-1 0 0,-1-3 0,-3 1 0,-7-11 0,-5 1 0,-7-8 0,1 8 0,4 6 0,5 9 0,7 9 0,3 3 0,1 1 0,1 2 0,1-1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4:18.011"/>
    </inkml:context>
    <inkml:brush xml:id="br0">
      <inkml:brushProperty name="width" value="0.05292" units="cm"/>
      <inkml:brushProperty name="height" value="0.05292" units="cm"/>
    </inkml:brush>
  </inkml:definitions>
  <inkml:trace contextRef="#ctx0" brushRef="#br0">28395 4703 24575,'-16'-7'0,"-4"-5"0,-1 2 0,-4-2 0,-6-2 0,-3 0-1186,-5 2 1,-1 0 1185,7 4 0,-2 1 0,1 1 0,-9 0 0,-2 4-525,6 2 1,-2 2 0,1 1 524,6 0 0,0 1 0,-1 0 0,-11 4 0,-1 1 0,1 1-576,6-1 0,0 2 0,-1 1 576,2 3 0,-2 1 0,-1 1 0,3 1 0,-5 4 0,2 0 0,0 3 0,8-4 0,0 2 0,2 0 0,1 3 0,-4 7 0,3 3 0,3 2 0,5 0 0,3 2 0,3 0-551,1 2 1,2 1 0,3 0 550,4 0 0,3 1 0,3 0 0,6 0 0,3 0 0,2-2 0,0-4 0,1-2 0,6 1 0,9 1 0,8 1 0,2-1 0,-1-6 0,0-3 0,0-5 0,4-1-332,-2-5 0,4 1 1,2-1-1,0-2 0,-2-4 332,10-1 0,-2-6 0,3-2 0,-11-3 0,2-2 0,2 0 0,-1-2 0,-2-1 0,2-1 0,-2 0 0,0-2 0,1-3 0,-1 0 0,2-3 0,1-1 0,-3-1 0,-2-1 0,-3 0 0,-2-1 0,-2 0 0,0-3-38,0 0 0,0-2 0,-1-1 1,-5-2 37,1-8 0,-5-2 0,-4 0 294,-5 5 0,-3 0 1,-3-2-295,-3-9 0,-5-1 0,-3 1 0,-5-5 0,-5 1 0,-2 9 0,-2 1 0,-1 3 596,-3-2 1,-2 5-597,-4 0 0,0 4 0,-4 1 0,6 12 2911,16 9-2911,3 4 484,5 0 1,0 0 0,3 0 0</inkml:trace>
  <inkml:trace contextRef="#ctx0" brushRef="#br0" timeOffset="1205">28080 7025 24575,'-8'-17'0,"-11"-17"0,-7-2 0,-7-4-1093,5 10 1,-3-1 0,-1 1 590,-3-2 1,0 1 0,-2 2 501,-4 4 0,-2 3 0,2 4-49,-7 1 1,0 6 48,14 6 0,-2 2 0,2 2 0,0 3 0,1 3 0,0 1 0,-16 5 0,1 4 0,13-1 0,-1 3 0,1 3-359,-4 5 0,0 5 1,2 0 358,2-2 0,2 1 0,0 4 0,3-1 0,-1 2 0,2 1 0,2 0 0,1 0 0,2 0 0,2 2 0,3-2 0,1 3 0,2 0 0,2-2 0,1 0 0,4-1 0,1 1-447,0 10 1,3 2 0,2-3 446,4-10 0,2-3 0,1 2 0,2 3 0,2 1 0,6-1 0,10 3 0,7-2 0,3-2-548,-6-9 0,1-2 0,4 0 1,3-1 547,3-1 0,3-1 0,4 0 0,1 0 0,1-3 0,-2-1-496,-5-3 0,-1-2 0,1-1 0,0-1 0,2-1 0,1 0 496,-3-2 0,3 0 0,1 0 0,1 0 0,0-2 0,-1 0 0,-2-2 0,-2 0 0,8-2 0,-3-1 0,0-2 0,-2-1 0,2-1-86,4-3 0,2-1 0,-2-1 0,-1-2 0,-6-2 86,5-5 0,-5-3 0,-3-4-86,0-1 1,-2-4-1,-6-4 86,-8-7 0,-6-3 0,-4-2 0,-2 0 0,-4 0 0,-4-4 109,-3 8 1,-2-3-1,-2-1 1,-1 0-1,-2 2-109,-2-4 0,-3 1 0,-1 1 0,-3-1 0,-2 2 0,-1-2 0,-3 0 0,0 2 0,0 4 0,0 3 0,-1 4 0,-1 1 0,0 1 1068,-10-9 0,0 2 0,2 7-1068,4 8 0,4 5 2381,-5-1-2381,20 17 0,7 2 0,0 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8:12.470"/>
    </inkml:context>
    <inkml:brush xml:id="br0">
      <inkml:brushProperty name="width" value="0.05292" units="cm"/>
      <inkml:brushProperty name="height" value="0.05292" units="cm"/>
    </inkml:brush>
  </inkml:definitions>
  <inkml:trace contextRef="#ctx0" brushRef="#br0">23220 17327 24575,'-6'-14'0,"-9"-6"0,-2-3 0,-18-4 0,1 8 0,10 10 0,0 1 0,-19-3 0,-2 5 0,10 5 0,5 2 0,2 6 0,8-1 0,-5 7 0,3-1 0,-5 6 0,1-1 0,-4 4 0,2-1 0,-6 9 0,5-2 0,12-7 0,2 1 0,-10 17 0,13-13 0,0 1 0,-2 18 0,8-17 0,2-1 0,1 12 0,7 8 0,3-11 0,13 11 0,3-9 0,-3-12 0,2-2 0,-2-5 0,2 0 0,6 3 0,2-2 0,-5-6 0,0-1 0,6 0 0,1-2 0,-8-3 0,1-3 0,6 1 0,0-3 0,18-1 0,-20-4 0,0-2 0,14-9 0,-18 2 0,-2-2 0,12-17 0,-16 10 0,-2-1 0,7-17 0,-13 16 0,-2-1 0,-2-12 0,-7-2 0,-4 8 0,-6 1 0,0 7 0,0 4 0,1 4 0,3 6 0,0 2 0,2 4 0,0 1 0,1 0 0,-1 0 0,3 1 0,-1 0 0,1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48:44.444"/>
    </inkml:context>
    <inkml:brush xml:id="br0">
      <inkml:brushProperty name="width" value="0.05292" units="cm"/>
      <inkml:brushProperty name="height" value="0.05292" units="cm"/>
    </inkml:brush>
  </inkml:definitions>
  <inkml:trace contextRef="#ctx0" brushRef="#br0">21847 17333 24575,'-28'-36'0,"-6"0"0,4 7 0,-2-1-722,4 6 0,-2 2 722,-4-4 0,0 2 0,7 7 0,0 0 0,-6-2 0,0 1 0,5 4 0,0 2 0,-7-4 0,0 2 234,7 4 1,1 2-235,-1 1 0,1 1 240,-9 2-240,-2 8 0,7 3 0,-14 9 0,1 4 0,11-4 0,-1 3-194,4 0 1,-1 1 193,-10 9 0,1 2 0,8-5 0,1 1 0,-5 6 0,1 0 0,9-5 0,2-1 0,-3 6 0,3 0-237,6-5 1,1 1 236,1 5 0,1 0 0,5-6 0,2 1 0,1 4 0,2 0 0,2-6 0,2-1 0,3 5 0,2 0 0,6 14 0,1-18 0,2 0 0,13 14 0,-3-15 0,4-1 0,-2-4 0,3-1 0,0-3 0,4 0 0,0-1-710,11 4 1,3-1 709,-5-6 0,4 0 0,-2-2 0,-6-2 0,0-2 0,0-1-438,8-2 1,1 0 0,-2-3 437,-7 0 0,-2-2 0,1-1 0,5-2 0,0-2 0,-2-1-512,7-3 1,-1-3 511,-12 2 0,1-2 0,-3 0 0,3-3 0,-3-2-102,3-3 0,-2-2 102,-11 7 0,-1-1 0,2-4 0,-2-1 2148,7-13-2148,-12 12 0,-2 0 1849,1-16-1849,-8 13 0,-2-1 0,-6-20 0,-5 15 0,-3-1 273,-1 4 1,-2-1-274,-9-7 0,-2 0 0,3 8 0,-1 1 132,0 1 1,1 2-133,-4-3 0,12 13 0,9 12 0,3 2 0,1 1 0</inkml:trace>
  <inkml:trace contextRef="#ctx0" brushRef="#br0" timeOffset="1316">27312 17308 24575,'-24'-27'0,"-1"1"0,-3 0 0,-2 1 0,-3-3 0,-1 2 0,0 4 0,0 4 0,-11 2 0,20 10 0,1 1 0,-12 3 0,-4 6 0,10 6 0,-7 14 0,19-7 0,0 2 0,-9 12 0,0 4-882,2-1 0,0 3 882,4-3 0,0 3 0,1 0 0,4-6 0,1-1 0,0 2 0,-1 6 0,1 1 0,2-2 0,0 7 0,4-1-373,0 4 1,3-1 372,6-12 0,2-1 0,3 4 0,2-1-183,3-9 0,4-2 183,8 7 0,4-4 0,3-4 0,3-4-459,-1-4 1,3-2 0,0-1 458,-2-3 0,0-2 0,2-1 0,8-2 0,3-2 0,-2-2 0,-7-2 0,-1-2 0,1-3 0,5-4 0,0-3 0,-2-3 0,5-6 0,-3-6 0,-12 1 0,-1-5 0,-3-1 0,-8 3 0,-2-1 0,-2-3-197,-1-11 1,-1-3 0,-5 1 196,-3 5 0,-2 2 0,-4-3 0,-2 2 0,-2-3 0,-2 0 0,-1 3 0,-1 0 0,-1 2 0,0 1 0,-2-3 0,-1 0 0,2 5 324,0 7 1,3 4-325,0-2 338,8 23-338,2 3 0,0 4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4:58.457"/>
    </inkml:context>
    <inkml:brush xml:id="br0">
      <inkml:brushProperty name="width" value="0.05292" units="cm"/>
      <inkml:brushProperty name="height" value="0.05292" units="cm"/>
    </inkml:brush>
  </inkml:definitions>
  <inkml:trace contextRef="#ctx0" brushRef="#br0">22521 17334 24575,'0'11'0,"0"12"0,0 7 0,0 14 0,0-8 0,0-1 0,0-15 0,0-6 0,0-7 0,0-4 0,0-1 0</inkml:trace>
  <inkml:trace contextRef="#ctx0" brushRef="#br0" timeOffset="596">22409 17531 24575,'2'14'0,"5"8"0,7 6 0,9 11 0,-1-6 0,1 0 0,-8-15 0,-5-7 0,-6-8 0,1-5 0,2-3 0,7-11 0,1-4 0,6-11 0,-4 3 0,4-7 0,-7 10 0,-1 0 0,-6 12 0,-3 5 0,-4 5 0,0 3 0</inkml:trace>
  <inkml:trace contextRef="#ctx0" brushRef="#br0" timeOffset="1339">27639 17368 24575,'1'14'0,"-1"5"0,1 3 0,0 5 0,0-5 0,-1-4 0,-1-9 0,0-5 0,1-2 0</inkml:trace>
  <inkml:trace contextRef="#ctx0" brushRef="#br0" timeOffset="1912">27561 17562 24575,'11'42'0,"4"0"0,-2-15 0,1-1 0,10 11 0,-3-9 0,-11-19 0,-6-15 0,-3-19 0,1-10 0,0 5 0,1-1 0,0 4 0,0-1 0,2-6 0,1 0 0,3-15 0,0 10 0,-5 20 0,-4 13 0,1 5 0,-2 1 0</inkml:trace>
  <inkml:trace contextRef="#ctx0" brushRef="#br0" timeOffset="3330">23573 17382 24575,'1'10'0,"0"3"0,2 4 0,-2 2 0,2 3 0,0-3 0,1 1 0,-2-5 0,1-2 0,-3-4 0,1-4 0,-1-1 0,0-2 0,0-1 0,0-1 0</inkml:trace>
  <inkml:trace contextRef="#ctx0" brushRef="#br0" timeOffset="4196">23555 17658 24575,'25'28'0,"1"1"0,-1-2 0,-1-1 0,10 10 0,-9-11 0,-13-14 0,-9-9 0,-2-3 0,-1-4 0,0-3 0,0-3 0,0-5 0,0 1 0,0-5 0,1 1 0,1-4 0,0 2 0,2-4 0,2-1 0,1-1 0,1-4 0,-1 8 0,-2 4 0,-3 10 0,-1 4 0,-1 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6:06.612"/>
    </inkml:context>
    <inkml:brush xml:id="br0">
      <inkml:brushProperty name="width" value="0.05292" units="cm"/>
      <inkml:brushProperty name="height" value="0.05292" units="cm"/>
    </inkml:brush>
  </inkml:definitions>
  <inkml:trace contextRef="#ctx0" brushRef="#br0">25661 18368 24575,'10'-3'0,"19"-1"0,11-1 0,-7 3 0,1 1 0,-3 1 0,-1 2 0,-2 1 0,-3 2 0,12 13 0,-19 2 0,-5 19 0,-9 8 0,-6-10 0,-2 3-391,-1-5 1,-4 1 390,-3 7 0,-4-2 0,0-10 0,-2-2 0,1-5 0,-1-2 0,-15 10 0,13-15 0,5-9 0,11-4 0,15-3 781,16-1-781,3 0 0,4 0 0,2 0 0,1 0-412,13 0 0,-1 0 412,-13 0 0,-2 0 0,-1 0 0,-4-1 0,-1 0 0,-13 0 0,-11 0 0,-3 0 0,-1 0 0,0 1 0</inkml:trace>
  <inkml:trace contextRef="#ctx0" brushRef="#br0" timeOffset="462">25741 18672 24575,'17'0'0,"11"0"0,10-1 0,-7 0 0,4 0-904,4 0 1,1-1 903,4 0 0,0-1 0,2 0 0,-1 0 0,-14 0 0,-3-2 146,18-6 0,-30 6 0,-10-3 0</inkml:trace>
  <inkml:trace contextRef="#ctx0" brushRef="#br0" timeOffset="2790">28134 14982 24575,'10'-10'0,"16"-8"0,0 4 0,2 0 0,1 1 0,2 0 0,5 0 0,-2 2 0,6 2 0,-14 6 0,-19 7 0,-5 7 0,0 24 0,0-10 0,-1 3 0,-1 16 0,-2 3-864,-2-2 1,-1 1 863,-2-8 0,-1 0 0,-1-2 0,-3 6 0,-3-1-230,-4 3 0,-1-4 230,6-14 0,-1-3 0,0-1 0,0-3 0,-4 1 0,8-7 0,6-9 1685,3-1-1685,2-3 0,0 0 0</inkml:trace>
  <inkml:trace contextRef="#ctx0" brushRef="#br0" timeOffset="3252">28354 15958 24575,'-4'-4'0,"1"1"0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6:52.219"/>
    </inkml:context>
    <inkml:brush xml:id="br0">
      <inkml:brushProperty name="width" value="0.05292" units="cm"/>
      <inkml:brushProperty name="height" value="0.05292" units="cm"/>
    </inkml:brush>
  </inkml:definitions>
  <inkml:trace contextRef="#ctx0" brushRef="#br0">20974 14073 24575,'-1'7'0,"-2"3"0,-5 12 0,-9 12 0,2-4 0,-1 4-1003,-1 1 1,1 3 1002,3-2 0,0 2 0,1 0 0,4-1 0,1 0 0,1-1 0,0 0 0,2 0 0,2-1 0,4 12 0,3-4 241,1-16 0,4-4-241,19 14 0,4-24 0,16-10 0,-24-9 0,-1-4 0,3-3 0,-1-4-368,2-11 1,-3-5 367,-5 2 0,-2-4 0,-4 5 0,-2-2 0,-3 0 0,0-5 0,-4 0 0,-4-4 0,-4 3 1464,-10-11-1464,-8 8 0,4 20 0,1 9 0,6 7 0,4 5 198,1 1 1,5 0-1,-2 0 1</inkml:trace>
  <inkml:trace contextRef="#ctx0" brushRef="#br0" timeOffset="351">21560 14575 24575,'38'-15'0,"-1"-1"0,-7 3 0,-3 2 0,0 1 0</inkml:trace>
  <inkml:trace contextRef="#ctx0" brushRef="#br0" timeOffset="1092">22214 14299 24575,'-22'-11'0,"-8"-1"0,5 5 0,-1 1 0,-24-2 0,24 4 0,1 2 0,-7 5 0,9 1 0,9 4 0,4 3 0,5 8 0,3 8 0,7-1 0,3 2 0,3 0 0,3 1-559,10 13 1,3 0 558,-3-8 0,1-1 0,2 3 0,0-2 0,2 6 0,-11-11 0,-13-15 0,-5-6 0,-4 3 0,-6-1 1117,-12 1-1117,-4-4 0,-10-4 0,8-6 0,-1-6 0,12-2 0,5-4 0,8-4 0,10-4 0,14-15 0,5 0 0,-1 11 0,3 1-490,-2 2 0,1 1 490,10-7 0,1 0 0,-8 5 0,0 1 0,-4 2 0,-2 1 0,3-7 0,-18 15 0,-5 5 0,-2 6 0,-1 2 0</inkml:trace>
  <inkml:trace contextRef="#ctx0" brushRef="#br0" timeOffset="1668">22492 14283 24575,'-16'27'0,"0"0"0,-2 5 0,2 1 0,2-3 0,2 0 0,0 3 0,3 0 0,2 13 0,11 3 0,6-16 0,13 3 0,9-14 0,10-6 0,-14-11 0,0-3 0,-3-3 0,1-2 0,2-4 0,-1-2 0,11-11 0,-5-12 0,-15 3 0,-5-12 0,-10 4 0,-9 3 0,-7 8 0,-1 12 0,-3 7 0,4 6 0,-5 7 0,-2 7 0,-14 16 0,4 6 0,1 2 0,12-5 0,10-13 0,7-4 0,1-6 0,3-3 0,2-4 0,-3-1 0,0-1 0</inkml:trace>
  <inkml:trace contextRef="#ctx0" brushRef="#br0" timeOffset="2555">22987 14230 24575,'-5'17'0,"-2"-2"0,-3 7 0,0-5 0,-5 5 0,3-5 0,-3 0 0,7-8 0,2-3 0,4-3 0,2-1 0,9-2 0,7 2 0,16-1 0,1 0 0,7 0 0,-9-1 0,-3-2 0,-5-4 0,-8 0 0,0-5 0,-3 1 0,-2-8 0,-1-1 0,-4-10 0,-3-8 0,-1 0 0,-1 2 0,0 15 0,0 11 0,-2 15 0,-4 15 0,-3 4 0,0 4 0,-1 6 0,0 2-460,1-2 0,1 3 1,0-2 459,0 11 0,2 0 0,1 4 0,2-4 0,2-15 0,1-4 0,-1 19 0,1-26 0,2-12 0,11-14 0,-6 0 0,7-3 0,-12 7 0</inkml:trace>
  <inkml:trace contextRef="#ctx0" brushRef="#br0" timeOffset="3433">23444 14287 24575,'9'-11'0,"6"-2"0,22-8 0,-8 9 0,3 1-551,3 1 0,1 1 551,4 1 0,-2 2 0,12 2 360,-19 4-360,-21 1 183,-9 2-183,-3 5 0,-7 15 0,-10 11 0,1-6 0,-2 1 0,-1-1 0,-1 0 0,-1-1 0,1 0 0,3-6 0,1-2 559,-4 0-559,10-7 0,8-9 0,4-3 0,5-2 0,11-4 0,20-3 0,-11 5 0,3 1 0,11 3 0,0 2 0,-5 3 0,-2 3 0,1 3 0,-4 4 0,1 14 0,-14 9 0,-15-4 0,-10 5 0,-10-6 0,-5-4 0,-10-7 0,-2-12 0,8-7 0,-1-2 0,1-3 0,-1-1 0,-8-2 0,0-1 0,11 1 0,2-1 0,-20-8 0,24 5 0,9 1 0,5-2 0,3 0 0,1 2 0,1 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6:50.734"/>
    </inkml:context>
    <inkml:brush xml:id="br0">
      <inkml:brushProperty name="width" value="0.05292" units="cm"/>
      <inkml:brushProperty name="height" value="0.05292" units="cm"/>
    </inkml:brush>
  </inkml:definitions>
  <inkml:trace contextRef="#ctx0" brushRef="#br0">21934 14494 24575,'0'0'0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7:21.531"/>
    </inkml:context>
    <inkml:brush xml:id="br0">
      <inkml:brushProperty name="width" value="0.05292" units="cm"/>
      <inkml:brushProperty name="height" value="0.05292" units="cm"/>
    </inkml:brush>
  </inkml:definitions>
  <inkml:trace contextRef="#ctx0" brushRef="#br0">16845 10938 24575,'0'0'0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8:01.055"/>
    </inkml:context>
    <inkml:brush xml:id="br0">
      <inkml:brushProperty name="width" value="0.05292" units="cm"/>
      <inkml:brushProperty name="height" value="0.05292" units="cm"/>
    </inkml:brush>
  </inkml:definitions>
  <inkml:trace contextRef="#ctx0" brushRef="#br0">18014 15437 24575,'18'-24'0,"13"-8"0,-9 16 0,1 1 0,4-2 0,2 3 0,2 3 0,0 2 0,15 0 0,-3 6 0,-20 5 0,-4 5 0,-9 4 0,3 16 0,-4 21 0,-5-18 0,-1 2-238,-2 8 1,-2 1 237,-1-7 0,-2-2 0,-2 0 0,0-2 0,-9 11 0,-4-9 0,3-10 0,-3-1 0,4-2 0,2-3 475,3-1-475,5-5 0,1-3 0,2-2 0,2-3 0,0 0 0</inkml:trace>
  <inkml:trace contextRef="#ctx0" brushRef="#br0" timeOffset="551">18403 16275 24575,'0'0'0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8:22.520"/>
    </inkml:context>
    <inkml:brush xml:id="br0">
      <inkml:brushProperty name="width" value="0.05292" units="cm"/>
      <inkml:brushProperty name="height" value="0.05292" units="cm"/>
    </inkml:brush>
  </inkml:definitions>
  <inkml:trace contextRef="#ctx0" brushRef="#br0">16845 16126 24575,'-8'12'0,"-6"8"0,-3 0 0,-1 4 0,-2 2 0,0 4-784,2-3 1,-1 3 0,2-1 783,-2 10 0,2 2 0,6-10 0,0 2 0,3-1 0,2 9 0,2-1 199,3-4 0,2-1-199,3-2 0,3-3 470,12 10-470,-2-20 0,2-3 0,4-5 0,4-4-366,12-1 1,2-4 365,-4-3 0,1-3 0,5-4 0,-1-3 0,-9-2 0,-3-3 449,-4-1 1,-4-4-450,0-7 0,-5-3 0,-5 2 0,-4-2 0,-3-9 0,-5-2-319,-9 0 0,-5 1 319,-4 2 0,-3 2 0,-4 3 0,-2 3 0,5 11 0,1 3 0,-7-1 742,14 12-742,9 6 249,5 2-249,-1-1 961,1 0-961,1-1 0,1 1 0,0-2 0,0 2 0</inkml:trace>
  <inkml:trace contextRef="#ctx0" brushRef="#br0" timeOffset="383">17444 16629 24575,'32'-19'0,"-23"13"0,20-11 0</inkml:trace>
  <inkml:trace contextRef="#ctx0" brushRef="#br0" timeOffset="911">17699 16376 24575,'-11'32'0,"0"0"0,3-1 0,2-1 0,5 12 0,10-5 0,8-17 0,18-5 0,-11-10 0,3-3 0,17-2 0,2-2-524,0-3 1,0-3 523,-1-1 0,-2-3 0,-7-3 0,-6-4-17,-11 2 0,-3-4 17,-2-5 0,-3-3 0,-5 3 0,-4-3-383,-6-11 0,-6-1 383,-2 6 0,-6 1 0,-8-8 0,-4 4 0,6 11 0,0 4 0,2 4 0,3 4 0,0 5 1004,14 9-1004,4 4 34,0 0-34,2-1 0,-1 0 0,1-1 0</inkml:trace>
  <inkml:trace contextRef="#ctx0" brushRef="#br0" timeOffset="1361">18216 16052 24575,'-5'32'0,"0"16"0,2-17 0,1 3-1064,1 12 1,0 1 1063,1-5 0,2 1 0,1-9 0,-1 2 0,2-3 0,0 5 0,1-1 341,0 0 1,0-3-342,-1 5 351,-3-14-351,0-17 0,4-18 0,9-32 0,-5 12 0,0-1 0,-1 6 0,-1 2 0,4-16 0</inkml:trace>
  <inkml:trace contextRef="#ctx0" brushRef="#br0" timeOffset="2173">18404 16078 24575,'13'-7'0,"10"-1"0,5-2 0,14 2 0,-9 4 0,-1 4 0,-13 3 0,-4 5 0,-4 7 0,-4 17 0,-5 13 0,-4-20 0,-2 0 0,-3 3 0,-2-1 0,-11 9 0,-6-3 0,5-14 0,3-7 0,9-7 0,6-3 0,3-2 0,5-4 0,11-2 0,7-3 0,23 2 0,-3 7 0,-16 2 0,-1 3 0,8 10 0,-8 4 0,-15 6 0,-8 0 0,-7 5 0,-3-4 0,-8 0 0,-4-6 0,-11 0 0,-6-6 0,-1-3 0,-4-5 0,11-7 0,-10-8 0,8-9 0,-5-15 0,14-1 0,8 9 0,9 8 0</inkml:trace>
  <inkml:trace contextRef="#ctx0" brushRef="#br0" timeOffset="3241">18969 16182 24575,'4'-6'0,"5"-5"0,16-5 0,13-5 0,-5 7 0,2 0-405,-3 3 0,0 2 405,9-1 0,-1 2 0,-13 5 0,-3 1 200,20-1-200,-25 4 0,-11 1 0,-5 3 0,-2 14 0,0 19 0,-2-11 0,-2 1 0,-3 8 0,-2-1 0,-1-4 0,-2-1 0,-3 1 0,-1-2 610,-9 8-610,-1-5 0,11-15 0,1-5 0,9-7 0,1-1 0,6-4 0,23 2 0,19 0 0,-13-1 0,6 2 0,-1-1-548,-3 0 0,-1 0 0,2 0 548,7 0 0,2 0 0,-5 0 0,-2 0 0,-4 0 0,12-1 0,-33-1 0,-10 0 0,-2 1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09:39.980"/>
    </inkml:context>
    <inkml:brush xml:id="br0">
      <inkml:brushProperty name="width" value="0.05292" units="cm"/>
      <inkml:brushProperty name="height" value="0.05292" units="cm"/>
    </inkml:brush>
  </inkml:definitions>
  <inkml:trace contextRef="#ctx0" brushRef="#br0">27828 17215 24575,'-13'-9'0,"-25"-10"0,7 2 0,-6-3-820,2 4 1,-5-1 0,-2 0 0,2 0 34,6 1 1,1 0 0,-1 0 0,-3 0 784,-3 0 0,-4 0 0,-1 0 0,1 1 0,4 2 0,-5-3 0,4 2 0,-1 2 127,-7-1 1,-2 2 0,6 2-128,4 3 0,3 1 658,2 2 1,4 1-659,-3 5 0,4 6 0,-8 16 0,17-7 0,-2 4 570,1 2 1,-3 2 0,2 1-571,2-1 0,1 0 0,0 3 0,-6 10 0,0 2 0,2 0 0,7-9 0,2-2 0,1 2 0,-2 7 0,1 2 0,3-2 0,2 3 0,2 0 187,2 3 1,3-1-188,5-1 0,2-1 0,2-6 0,3 1 0,7 10 0,3-1 0,2-10 0,5-2-610,0-2 1,4 1 0,1-3 609,-2-6 0,1-2 0,2 0-494,2-1 1,3 0-1,1-1 1,-2-2 493,3-1 0,0-2 0,1-1 0,6 1 0,1-2 0,0-1 0,-2-3 0,0-2 0,-1-2 0,-6 0 0,-1-2 0,1 0 55,7 0 0,1-1 1,-3-2-56,2 0 0,-2-3 141,5-2 1,-3-2-142,-12-1 0,-3-3 0,3-5 0,-2-4 747,-8 1 1,-3-1-748,2-6 0,-3-3 0,-2-6 0,-2-1 654,-1 0 0,-2-1-654,1-12 0,-2 1 0,-3 11 0,-2 2 0,-1-7 0,-2 4 0,1 4 0,-3 5 0</inkml:trace>
  <inkml:trace contextRef="#ctx0" brushRef="#br0" timeOffset="11745">27454 14344 24575,'3'34'0,"-1"2"0,-1 7 0,-1 1 0,0 4 0,-1 3-820,1-7 1,0 2 0,0 2 0,0 2 272,0-10 1,-1 3 0,1 1 0,-1 0 0,1-1 0,-1-2 96,1 2 1,0-1-1,1-1 1,-1 1-1,0 0 285,1 5 0,-1 1 0,0 1 1,1-2-1,0-3 165,0-3 0,0-3 0,1-1 0,0 0 356,0 14 1,0-1-1,0-5-356,1-4 0,-1-4 0,-1-7 0,0-5 0,1-7 3276,11-22-2981,9-14 1,6-6-296,0 1 0,3-3 0,3-1-431,-1 0 0,2-2 1,2-1-1,2-2 431,-6 5 0,3-2 0,1-1 0,0 0 0,0 1 0,-1 0-547,-2 3 1,-2 0 0,1 1 0,0 0 0,0-1 0,2-1 514,0 1 0,1-2 0,2-1 0,0 1 1,-2 0-1,0 1 0,-3 2 32,10-6 0,-4 2 0,-1 1 0,0 0-153,-2 1 0,0 0 1,-2 2-1,-4 3 153,0 0 0,-7 3 0,-1 1 0,-21 19 3276,-12 17-3099,-2 6 0,-3 6-177,-2 2 0,-3 5 0,-1 3 0,-1 0-60,4-4 1,0-1-1,0 2 1,-1 1-1,-2 3 60,1-2 0,-2 3 0,-1 3 0,0-1 0,-1 1 0,2-1 0,0-3 0,1-1 0,1-1 0,1-2 0,-1 1 0,1-1 0,-1 2 0,-2 2 0,-1 1 0,-1 1 0,2-2 0,0-2 0,2-3-24,-5 9 0,2-4 1,1-3 23,3-7 0,2-1 0,2-6 0,-1 5 0,12-20 0,8-9 0,26-15 0,2-1 0,6-2 482,2-1 1,4-2 0,4-1-483,-6 4 0,4-1 0,1 0 0,1 0 0,0 1-547,-8 2 1,0 1 0,0-1 0,1 1 0,0-1 0,3 1 445,1 0 0,3-1 0,1 1 0,0-1 0,0 1 0,-2 1 0,-2 1 101,5-1 0,-3 0 0,-1 2 0,-1 0 0,1 1-250,2 0 0,1 1 0,-1 0 0,-2 1 0,-6 2 250,14-2 0,-7 3 0,-13 3 0,-8 2 0,-16 2 2911,-9-1-2911,-30 23 0,-6 4 0,-6 3 853,4-3 1,-3 1 0,-2 1-854,5-3 0,-2 0 0,-1 0 0,1 0 0,1-1 0,0 0 0,1 0 0,-1 0 0,-2 0 0,0 1 0,0-1 0,2 0 0,-2 3 0,1-1 0,1 0 392,-2 1 1,1 0 0,5-4-393,7-5 0,5-3 0,-7 7 0,29-21 0,27-3 0,12-1 0,12-1 0,3-1-656,-15 2 1,1-1-1,1 0 1,3 0 0,4 0 427,-6 0 0,3-1 0,3 0 1,2 1-1,1-2 0,0 1 1,0 0-1,-1 0 0,-2 0-26,2-1 1,-2 1-1,1-1 1,-2 1 0,1-1-1,1 0 1,0 0 0,1 0 253,-6 1 0,2-1 0,0 0 0,1 0 0,-1 0 0,1 0 0,0 0 0,-1 0 0,-1 0 0,0 0-297,5 0 1,-1-1 0,1 0-1,-1 0 1,-1 1 0,-1-1-1,-2 1 1,-1 0 296,10-2 0,-2 1 0,-2 0 0,-2 1 0,0-1 0,5 0 0,0 0 0,-4 1 0,-8 1 0,-3 1 0,-18 2 3148,-27 0-3148,-39 5 0,13 0 0,-5 3 0,-2-1 877,-2 1 1,-1 1-1,-2 0-877,3 0 0,-1 1 0,-1 1 0,1-1 0,2 1 0,0 0 0,1 0 0,2 0 0,-4 0 0,1-1 0,1 1 1092,4-1 0,0 1 0,6-2 906,-9 3-1998,20-5 0,43 0 0,7-3 0,10-1 0,-3 2 0,6 0 0,4 0 0,3 1 0,0 0-469,-9-1 1,2 0 0,1 0 0,1 0 0,1 0 0,2 1 0,2-1 241,-8 0 1,2 0 0,2 1-1,1-1 1,1 1 0,1-1-1,-1 1 1,0-1 0,0 1-1,-2-1 1,-1 0-55,1 1 1,0 0-1,-1-1 1,-1 1-1,0 0 1,0-1-1,0 1 1,0-1-1,0 0 281,3 0 0,0 0 0,2 0 0,0-1 0,-1 1 0,-2-1 0,-1 1 0,-4-1 0,-3-1 10,11 2 0,-6-1 1,-3 0-1,-1-1-10,2-1 0,-2 0 0,-11-1 0,-13 0 0,-16 1 0,0-1 0,1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0:09.354"/>
    </inkml:context>
    <inkml:brush xml:id="br0">
      <inkml:brushProperty name="width" value="0.05292" units="cm"/>
      <inkml:brushProperty name="height" value="0.05292" units="cm"/>
    </inkml:brush>
  </inkml:definitions>
  <inkml:trace contextRef="#ctx0" brushRef="#br0">21450 14539 24575,'-30'12'0,"-16"8"0,21-9 0,-2 1-714,-11 6 0,0 3 714,7-3 0,1 3 0,-6 7 0,1 3 0,8-2 0,2 3-591,6-1 1,0 2 0,2 1 590,3-2 0,2 0 0,2 2 0,-2 10 0,2 2 0,3 0 0,5-5 0,2-1 0,3-1 0,0-1 0,3-1 0,3-2-90,5-3 0,3-2 1,1-2 89,9 1 0,4-2 0,-2-8 0,3-1 0,0-2-781,12 2 1,2-5 780,-4-2 0,2-2 0,-1-2 0,-7-3 0,-1-1 0,1-1 0,6-1 0,1-1 0,-3-2-70,4-2 0,-2-3 70,2-4 0,-2-4 0,-9-1 0,-4-2 583,-1-3 0,-3-2-583,-1-3 0,-5-2 0,-6 4 0,-3-2 0,-2-7 0,-4-1 0,-7 5 0,-4-1 0,-7-11 0,-6 0-212,-1 4 0,-4 2 212,1 5 0,-3-1 0,0 2 0,3 4 0,0 2 0,0 1 0,-11-8 0,1 3 811,7 6 0,3 4-811,0 2 817,9 7-817,12 7 0,2 0 0,1 1 0</inkml:trace>
  <inkml:trace contextRef="#ctx0" brushRef="#br0" timeOffset="407">22606 15506 24575,'30'-18'0,"-2"1"0,0-1 0,9-6 0,-14 9 0,1 1 0</inkml:trace>
  <inkml:trace contextRef="#ctx0" brushRef="#br0" timeOffset="1960">23813 14604 24575,'-13'-10'0,"-15"-6"0,-12-5 0,8 6 0,-1 1-615,1 1 0,1 1 615,-8-1 0,0 2 0,9 3 0,1 3 201,-3 0 0,0 1-201,6 3 0,1 2 203,-23 3-203,21 1 0,1 1 0,-17 8 0,15-3 0,0 3 0,3 0 0,0 2-478,-9 9 0,2 3 478,3 2 0,1 3-358,7-4 1,0 2 0,2 1 357,3 0 0,2 0 0,2 0 0,-3 15 0,3-1-159,5-2 0,4-3 159,4-12 0,3-3 0,10 20 0,3-19 886,10-6-886,4-11 0,-5-6 0,2-1 0,-1-2 0,3-2 188,13-2 0,3-2-188,-13 2 0,0-1 0,1-1-623,5-2 0,1-1 0,1-1 623,4 0 0,2-2 0,-2 1 0,-5 0 0,-2-1 0,1 0 0,3-2 0,0 0 0,-2-1-321,1-1 1,-2-2 320,0-3 0,-3 0 0,-15 5 0,-3-1 0,0-3 0,-4-2 1164,3-16-1164,-7 0 2277,-4 5-2277,-4 12 778,-2 6-778,0 8 0,0 2 0,0 1 0,0 0 0,0 0 0,-1-1 0,1-1 0,0 1 0,0-1 0,0 2 0,0 0 0,0 2 0,0 0 0,1 5 0,-1 2 0,0 8 0,0 10 0,0 10 0,1 8 0,-1-13 0,1 0 0,0 0 0,1 1-268,-1 8 1,1 1 267,-1-5 0,1 0 0,-1 7 0,1 0 0,-1-7 0,0-2 0,1 6 0,0-1 0,-1-7 0,0-1-1639,0 3 1,1-2-1,0-3 1,-1-2 1585,1 18 53,-1-8 0,0-14 0,-1-8 358,4-8-358,5-3 0,-4-2 0,3 0 0</inkml:trace>
  <inkml:trace contextRef="#ctx0" brushRef="#br0" timeOffset="4041">26534 18563 24575,'17'-8'0,"16"-2"0,12 0 0,-10 4 0,3 1-584,0 1 1,0 1 583,0 1 0,-1 1 0,-6 3 0,-3 0 382,4 1-382,-14 1 193,-14-2-193,-5-1 0,-3 4 0,-2 8 592,-7 9-592,-1 7 0,-5 13 0,0-5 0,7-12 0,-1 0 0,-7 10 0,-3 5 0,8-16 0,1 1 0,5-11 0,2 3 0,5-9 0,0-1 0,2-5 0,0 0 0,0-1 0,1 1 0,2 1 0,9 5 0,18 1 0,18 2 0,-10-4 0,1-1 0,-5-1 0,0-1 0,1-1 0,-3 0 0,-1-1 0,-14-2 0,-15 0 0,-1-1 0,-2-1 0,1-1 0,-1 1 0,1 1 0</inkml:trace>
  <inkml:trace contextRef="#ctx0" brushRef="#br0" timeOffset="4624">26631 18777 24575,'11'-2'0,"9"-3"0,20-2 0,8-2 0,-17 4 0,1 0 0,-5 0 0,-1 0 0,18-4 0,-13 2 0,-17 3 0,-7 2 0,-5 2 0</inkml:trace>
  <inkml:trace contextRef="#ctx0" brushRef="#br0" timeOffset="5187">27387 18659 24575,'13'-3'0,"3"0"0,15-3 0,-1 0 0,11-3 0,-11 2 0,-2 1 0,-16 3 0,-5 1 0</inkml:trace>
  <inkml:trace contextRef="#ctx0" brushRef="#br0" timeOffset="5670">27473 18730 24575,'13'-1'0,"14"0"0,5 0 0,11 1 0,-16 0 0,-9 0 0,-13 0 0,-4 0 0</inkml:trace>
  <inkml:trace contextRef="#ctx0" brushRef="#br0" timeOffset="39534">28060 18472 24575,'0'14'0,"3"18"0,4 16 0,-1-12 0,1 1 0,-1-7 0,0-1 0,0-2 0,0-3 0,-2-2 0,-1-16 0,5-13 0,14-13 0,-11 9 0,8-5 0</inkml:trace>
  <inkml:trace contextRef="#ctx0" brushRef="#br0" timeOffset="39884">28346 18637 24575,'15'-5'0,"-3"2"0</inkml:trace>
  <inkml:trace contextRef="#ctx0" brushRef="#br0" timeOffset="40469">28658 18486 24575,'2'-6'0,"3"-1"0,0 3 0,4 0 0,0 2 0,1 0 0,-2 4 0,-2 2 0,1 6 0,-2 1 0,-1 8 0,-5-2 0,-4 4 0,-4-2 0,-5 4 0,-1-2 0,3-2 0,2-2 0,6-6 0,1-4 0,4-4 0,3-2 0,10-2 0,7-1 0,12-3 0,-6-2 0,2-3 0,-12 0 0,-1-2 0,-5 0 0,-5 5 0,-2 1 0</inkml:trace>
  <inkml:trace contextRef="#ctx0" brushRef="#br0" timeOffset="41302">29275 18411 24575,'-33'0'0,"0"1"0,-1 2 0,5 2 0,1 3 0,8 1 0,0 1 0,7-1 0,3 2 0,5 1 0,2 1 0,8 7 0,8 3 0,19 11 0,-13-16 0,2-1 0,6 4 0,1 0 0,-4-5 0,-2-2 0,19 14 0,-22-14 0,-9-6 0,-8-4 0,-3-2 0,-2 0 0,-3 0 0,-9 0 0,-7-1 0,-19-1 0,1-2 0,4 0 0,15 0 0,17 0 0,7-3 0,9-6 0,24-17 0,-12 12 0,3-1-394,10-5 0,1 0 394,-3 3 0,-1 1 0,-5 2 0,-1 1 0,11-13 0,-21 11 0,-9 1 0,-7 6 0,-3 1 0,0 4 788,-1 0-788,-2 0 0,-4-2 0,3 4 0,-1-2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0:20.808"/>
    </inkml:context>
    <inkml:brush xml:id="br0">
      <inkml:brushProperty name="width" value="0.05292" units="cm"/>
      <inkml:brushProperty name="height" value="0.05292" units="cm"/>
    </inkml:brush>
  </inkml:definitions>
  <inkml:trace contextRef="#ctx0" brushRef="#br0">32091 14545 24575,'-12'-9'0,"-6"-4"0,-20-8 0,-8 0 0,11 7 0,-4 1-884,-4-1 0,-2 2 884,-1 0 0,-2 2 0,11 2 0,-2 1 0,2 1 0,-5 1 0,0 1 0,-6-1 0,1 1-6,14 4 0,2 0 6,-5 0 0,0 0 0,9 2 0,0 1 0,-7 1 0,0 0 0,0 2 0,0 1 0,0 1 0,-1-1 0,-7 3 0,-1 1 0,10-1 0,-1 0 0,-10 4 0,1 0 0,11-2 0,1 0 0,-5 3 0,0 1 0,10-4 0,2-1 0,-2 2 0,1 1 0,-10 9 0,6-2 0,6 3 1310,9-7-1310,3 7 470,6-3-470,2 7 0,4 0 0,6 9 0,7-2 0,-2-12 0,3 2 0,4 0 0,2 0-498,3 1 1,2 1 497,9 5 0,2 0 0,-5-7 0,3 0 0,-7-5 0,3 0 0,-2-1 0,7 3 0,1-2 0,8 3 0,0-2 0,-10-5 0,-1-1 0,7 1 0,1-2 0,-3-4 0,1-1 0,-2-1 0,2-1 0,9-2 0,1-1 0,-8 0 0,1-2-484,-6-2 0,1 0 0,0-1 484,9 0 0,1 0 0,-10-2 0,1-1 0,-2 0 0,6 0 0,0-1-307,-10 0 1,1-1 0,-2 0 306,5-1 0,-2-1 0,9-3 0,0-1 0,-3-1 0,-1 0 0,0-2 0,-2 0 0,1-3 0,-4 0-59,-9 2 0,-2 0 59,-1-4 0,-3-2 867,3-17-867,-13 13 0,-4-1 1440,-4-20-1440,-7 16 0,-3 0 0,-5 5 0,-1 2 0,-2-2 0,0 3 1036,-19-10-1036,14 16 141,7 8-141,9 6 0,3 3 0,-9-2 0,1 0 0,-2 0 0,5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1:14.034"/>
    </inkml:context>
    <inkml:brush xml:id="br0">
      <inkml:brushProperty name="width" value="0.05292" units="cm"/>
      <inkml:brushProperty name="height" value="0.05292" units="cm"/>
    </inkml:brush>
  </inkml:definitions>
  <inkml:trace contextRef="#ctx0" brushRef="#br0">8830 16988 24575,'-10'-12'0,"-12"-10"0,-5-8 0,1 4 0,-4-2-1639,-1 1 1,-2 0 1538,0 2 1,-3 0 0,-1 1-619,-5-1 0,-1 1 0,-1 0 718,11 7 0,0 0 0,-1 1 0,0 0 0,-5 0 0,0-1 0,-1 2 0,3 0 0,-1 1 0,1 2 0,0 0 89,-4 1 1,0 2-1,2 1-89,-2 1 0,1 3 0,-1 1 0,2 3 0,11 1 0,2 1 756,-2 1 0,0 1-756,-15 8 999,14-3 0,-1 1-999,2 3 0,0 1 0,-12 6 0,-2 4-225,13-5 1,-1 1-1,1 1 225,-3 2 0,-1 0 0,1 2 0,-3 4 0,-1 3 0,3-1 0,4-4 0,2-1 0,-1 3 0,-4 5 0,-1 3 0,3 0 0,7-7 0,1 0 0,0 1 0,-5 8 0,1 1 0,0 1 0,4-2 0,1 0 0,1 0 0,0-1 0,2 0 0,0 0 0,1 4 0,0 1 0,3-3 0,-1 5 0,3-1-278,5-11 0,1 2 1,1-3 277,1 4 0,1-1-202,4 5 1,2 0 201,2-9 0,2-1 0,5 7 0,3-2 0,0-5 0,5 0 0,0-4 0,5 0 0,2-1 0,6 0 0,3-1 0,3-1-763,-5-4 1,2-1 0,1 0-1,2-1 763,5 0 0,2-1 0,1-2 0,1 0 0,-2-2 0,1 0 0,1-2 0,1 0 0,-2-1 0,2-2 0,0 1 0,0-1 0,-2-1 0,4-1 0,-2 0 0,0-1 0,1 0 0,-7 0 0,0-1 0,1 0 0,-2 0 0,-1-2-48,2-1 0,-2-1 1,-1 0-1,-2-1 48,3 0 0,-3 0 0,1-2-46,1-3 0,1-1 1,-5-2 45,0-3 0,-3-4 0,-5-2 0,0-4 0,-2-1 0,3-8 0,-1-4-399,-4-2 0,1-3 0,-3-1 399,-6 7 0,-3 0 0,0-2 0,0-5 0,-1-2 0,-2-1 0,-5 1 0,-3-1 0,-1 2 0,-2 6 0,-1 1 0,-1 0 863,-1-5 0,-1 0 0,-1 4-863,-1 3 0,-1 2 893,1 0 1,1 3-894,1 0 983,2 3-983,2 14 0,0 6 0,1 4 0</inkml:trace>
  <inkml:trace contextRef="#ctx0" brushRef="#br0" timeOffset="21006">13466 11087 24575,'-27'-30'0,"-5"3"0,-5-4 0,2 0 0,-5-2-820,4 6 1,-5-3 0,-2 0 0,0 2-1,4 3 1,1 2 0,-2 0 0,-3-1 350,5 4 1,-2 0 0,-2-1 0,-2 0 0,0 1 0,0 0 0,2 1 177,2 1 1,1 2 0,0 0 0,-1 0 0,0 1 0,-2-1 0,-2 0 143,4 2 1,-2 0 0,-2-1 0,-1 1 0,0 0-1,-1-1 1,0 2 0,1-1 0,1 1 0,2 1 146,-4-1 0,2 0 0,1 1 0,0 1 0,-1 0 0,1 0 0,-3 0 0,-1 0-216,4 2 1,-1 0-1,-1 0 1,-2-1-1,0 1 1,-1 1-1,1-1 1,0 1-1,2 0 1,0 1-1,2 0 216,-4 0 0,1 0 0,1 1 0,2 1 0,-1-1 0,0 1 0,0 0 0,-2 1-77,2-1 1,-2 1-1,0-1 1,0 1-1,0 0 1,0 0-1,0 1 1,1 0-1,1 0 77,-8 1 0,2 0 0,-1 0 0,2 1 0,0 0 0,0 0 0,1 1 0,-1-1 0,1 1 0,1 0 0,0 0 0,0 1 0,-2 1 0,2-1 0,-1 1 0,-1 0 0,-1 1 0,2 0 0,1 0 0,2 1 71,-3 1 1,2 0 0,2 1-1,-1 0 1,-2 2-72,1 0 0,-3 1 0,0 1 0,-1 0 0,2 1 0,3 1 0,0 1 0,3 0 0,1 1 0,0 2 0,-4 1 0,4-1 0,-2 2 0,-1 1 0,-1 1 0,0 1 0,2 0 0,1 0 6,-1 2 1,2-1 0,1 2 0,0 0 0,-1 0 0,0 2-7,0-1 0,-1 0 0,-1 1 0,0 1 0,1 0 0,0 0 0,0 1 0,2 1 0,0 1 0,0 0 0,1 0 0,0 0 0,1 0 0,2-1 0,-1-1 0,1 0 0,2 0 0,-1-1 0,1 2 0,0 0 137,-3 3 0,0 2 1,0 0-1,1 1 1,1-3-1,4-1-137,-1 1 0,2-3 0,2 0 0,0 1 466,1 2 1,-1 1 0,2-1 0,3-1-467,-6 9 0,5-1 1136,2 7 1,4-1-1137,10-11 0,2-1 0,1 3 0,3 2 0,5-2 0,3 0 0,0-2 0,3 0 0,5-2 0,3 2 0,3 0 539,1-3 1,3-1-1,5 1-539,1-1 0,5 1 0,3 1 0,2-1 0,0-1-286,-4-4 0,1-2 0,0 0 0,2 0 0,2 1 0,3 0 286,-7-5 0,3 1 0,2 1 0,1 0 0,1 0 0,1 0 0,0-1 0,1 1 0,-2-2 0,0 0-244,-2-1 1,0-1 0,-1 0 0,0-1 0,0 0 0,1 0 0,1 0 0,0 0 0,3-1-1,1 1 244,-6-3 0,1 0 0,1 1 0,2-1 0,0 1 0,2-1 0,0 0 0,0 0 0,0 0 0,0 0 0,0-1 0,-1 0 0,0-1 0,-1 0 0,-2 0-174,4 0 0,-1-1 0,-1 0 0,0 0 0,-1-1 0,1 0 0,-1 0 0,0-1 0,0 0 0,1 0 0,1 0 0,1 0 174,-1 0 0,2 0 0,0 0 0,1 0 0,0-1 0,0 1 0,0-1 0,0 0 0,0-1 0,0 0 0,-1 0 0,0-1 0,-1-1-68,5 1 0,-1-1 1,1-1-1,-1 0 0,-1-1 1,1 0-1,-1-1 0,-1 1 1,-1-1-1,0 0 0,-1 0 68,1-1 0,-1 1 0,-1-1 0,-1 1 0,-1-2 0,1 1 0,0-1 0,1-1 0,1 0 0,1-1 0,1 0 0,2-1 0,0 0 0,0 0 0,-1-1 0,0-1 0,-2 1 0,-1-1 0,-3 0 0,3-1 0,-2-1 0,-3 1 0,0-2 0,0 0 0,1-1 0,2-1 0,-2 0 0,1-2 0,2 0 0,1-1 0,-1-1 0,0 0 0,-1 0 0,-1 0 0,-3 0 0,8-3 0,-2 0 0,-2 0 0,-1-1 0,0 0 0,2-1 26,-3 1 1,1 0-1,1-1 1,-1-1-1,0 0 1,-2 0-1,0 0-26,0-1 0,-1-1 0,0 0 0,-1-1 0,-2 1 0,-2 1 285,7-5 0,-2 0 1,-2 0-1,-1-1-285,-1-1 0,1-2 0,-4 0 0,-5 2 1231,3-6 0,-7 1-1231,-7-2 0,-5 0 0,-9 10 0,-4 0 1638,-2-3 0,-2 0-1339,-3-1 1,-2 0-300,1 4 0,-1 0 1638,-2-1 0,0 0 151,-3-6-1789,2 5 0,7 14 3040,2 6-3040,2 4 0,1 2 0,0 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51:21.504"/>
    </inkml:context>
    <inkml:brush xml:id="br0">
      <inkml:brushProperty name="width" value="0.05292" units="cm"/>
      <inkml:brushProperty name="height" value="0.05292" units="cm"/>
    </inkml:brush>
  </inkml:definitions>
  <inkml:trace contextRef="#ctx0" brushRef="#br0">9359 9910 24575,'0'0'0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1:39.714"/>
    </inkml:context>
    <inkml:brush xml:id="br0">
      <inkml:brushProperty name="width" value="0.05292" units="cm"/>
      <inkml:brushProperty name="height" value="0.05292" units="cm"/>
    </inkml:brush>
  </inkml:definitions>
  <inkml:trace contextRef="#ctx0" brushRef="#br0">28317 5433 24575,'-8'-9'0,"-5"-4"0,-5-5 0,-20-12 0,15 12 0,-4 1-968,-14-8 0,-4 1 968,2 2 0,-2 0 0,6 6 0,-1 0 0,1 2 0,-8-1 0,0 2 0,12 4 0,-1 2 0,2 1 36,-2 1 0,1 3-36,-3 1 0,-1 5 0,4 6 0,-2 4 0,1 1 0,2 0 0,0 2 0,-1 1-711,1 0 1,-1 2 0,0 1 0,1 1 710,1 3 0,1 1 0,1 1 0,1 0 0,-2 5 0,1 0 0,2 2 0,3-1 0,-1 3 0,3 1 0,2-2 0,1 4 0,3 0 0,1 1 0,3-2 0,0 2 0,1 0 0,2 0 0,2 9 0,3-1 0,1-1-502,0-1 1,1-1 0,4-1 501,4-2 0,3 0 0,2-4 134,5 1 1,5-4-135,2-9 0,3-1 0,2-4 0,16 2 0,6-7-444,-13-6 1,3-2-1,1-2 1,-1-1 443,6-1 0,-1-2 0,3-2-102,2-3 1,3-1-1,0-1 1,-3-2 101,2-1 0,-2-2 0,1-2 0,-12 2 0,3-2 0,-1-1 0,0 0 0,-3-1-82,9-4 1,-3-2 0,-2-1 81,4-6 0,-2-2 0,-5 0 60,-3-2 0,-6-2-60,-4-7 0,-7-1 0,-10 9 0,-5 1 0,-5-5 0,-6 0 0,-8-3 0,-5 1 0,-1 5 0,-3 1 0,2 6 0,-3 1 0,2 2 0,-4 0 0,2 4 998,-2 0 1,4 3-999,2 5 3115,12 7-3115,9 3 2213,2 1-2213,6 0 0,-4 1 0,5 1 0</inkml:trace>
  <inkml:trace contextRef="#ctx0" brushRef="#br0" timeOffset="1047">28681 6340 24575,'19'0'0,"15"-1"0,9 0 0,0 0 0,4 0 0,7 0-469,-13 1 1,3 0 0,4 1 0,2-1 0,2 1 0,1-1 0,0 0 140,-8 0 0,1 0 0,1 0 1,1 0-1,1-1 0,1 1 1,1 0-1,1 0 0,0 0 1,2 0 108,-8 1 1,0-1-1,2 1 1,1 0-1,0 0 1,1 0-1,1 0 1,0 0-1,0 0 1,0 1 0,0-1-1,0 0 1,-1 0-1,-1 0 1,0 0-17,-1-1 1,-1 1 0,0 0 0,0-1 0,-1 1 0,0-1 0,0 0 0,0 1 0,1-1 0,-1 1 0,0-1 0,1 1 0,0-1 0,1 1 150,-1 0 1,1-1 0,1 1 0,1 0 0,0 0 0,0 0 0,0 0 0,0 0 0,0 0 0,-2-1 0,-1 1-1,0 0 1,-3 0 0,-1 0 0,-2-1 83,11 1 0,-2 0 0,-3 0 0,-1-1 0,-2 1 0,0 0 0,-1-1 0,0 1-120,9-1 1,1 1-1,-2-1 1,-2 0 0,-4 1-1,-7-1 120,13-1 0,-12 1 2679,-11 0-2679,-28 0 0,0 0 0,-2 1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1:43.542"/>
    </inkml:context>
    <inkml:brush xml:id="br0">
      <inkml:brushProperty name="width" value="0.05292" units="cm"/>
      <inkml:brushProperty name="height" value="0.05292" units="cm"/>
    </inkml:brush>
  </inkml:definitions>
  <inkml:trace contextRef="#ctx0" brushRef="#br0">8255 8086 24575,'-21'-19'0,"-4"0"0,-4-3-1093,1 4 1,-3-1 0,-2-1 454,2 2 0,-1-1 1,-2 0-1,0 1 638,-3-1 0,0 1 0,-2 0 0,-1 0 0,-3-1 0,-2 1 0,-1 0 0,-2 0-547,8 5 1,-2-1 0,-1 1 0,-1 0 0,-1 0 0,-1 0 289,1 0 1,-1 0 0,-1 0-1,-1 0 1,0 0 0,0 1 0,0 0 26,5 2 1,-1-1 0,0 1 0,0 1 0,0-1-1,-1 1 1,1 0 0,0 0 229,1 0 0,-1 0 0,1 1 0,-1-1 0,1 1 0,-1 1 0,1-1 0,-1 2-367,-5-1 0,0 1 1,0 0-1,-1 1 1,1 0-1,1 1 1,1 0 366,-2 0 0,2 1 0,0 0 0,0 0 0,-1 0 0,-1 1-122,5 0 1,-1 1 0,-2-1 0,0 1-1,0 0 1,1 0 0,2 1 0,1 0 121,-2 1 0,2 0 0,1 0 0,1 1 0,0 0 0,-1 0 123,-1 1 1,0-1 0,0 1 0,0 1 0,1 0 0,2 1-124,-10 2 0,1 2 0,3 0 0,1 1 451,-4 2 1,3 1 0,-1 2-452,6 0 0,-1 2 0,0 1 0,3 0 0,-2 3 0,3 1 0,-2 2 0,3 1 0,-3 1 0,1 2 0,2-1 0,-3 4 0,3 0 0,-1 2 0,3-1 0,-1 1 0,1 2 0,1-2 0,0 2 0,2-1 0,0 1 0,6-6 0,1 1 0,0 1 0,3 0 0,-4 11 0,3 1 0,2-1 0,4-4 0,2-1 0,1 3 0,4-2 0,1 3 0,1 0 0,1-2 0,2 2 0,1-2 0,2 1 727,3 9 0,2 2 0,2-4-727,-1-12 0,2-2 0,3 0 0,1 3 0,4 0 0,3-2 160,6-1 0,5-1 1,3-1-161,1-3 0,3-1 0,3-1 0,0 0-268,-2-4 1,1 1 0,1-2 0,1 0-1,2 0 268,0-2 0,1-1 0,1 0 0,2-1 0,1 0 0,2 0 0,-3-3 0,1 0 0,2-1 0,1 0 0,1 0 0,-1-1 0,1 0 0,-2 0 0,-1-1 0,-1-1 0,0 1 0,0-1 0,1 0 0,0-1 0,2 1 0,1-1-193,-5-1 1,2 1 0,1-1-1,0 0 1,2 0 0,-1 0 0,1 0-1,-1-1 1,-1 1 0,-1-2 0,-2 1 192,6-1 0,-2 1 0,-1-1 0,0-1 0,-1 0 0,0 0 0,1 0 0,0-1-120,-3 0 0,0 0 0,0-1 0,1 0 0,-1 0 0,1 0 0,-1-1 0,-1-1 0,0 0 120,1-1 0,0-1 0,0 0 0,0-1 0,-1 0 0,-1-1 0,-1 0 0,0 0-58,5-2 1,-2 0 0,0 0 0,-1-2 0,1 0 0,2-1 57,-4 0 0,2-1 0,1 0 0,0-1 0,1-1 0,-2 0 0,-1 0 0,-2 0 0,3-3 0,-3 0 0,-1-1 0,0 0 0,1-1 0,2-1 0,-1 0 0,2-1 0,1 0 0,1-1 0,0-1 0,0 0 0,-3 0 0,-2 1 53,3-3 1,-2 1-1,-1-1 1,-1 0 0,0 0-1,0-1-53,3-2 0,0 1 0,0-2 0,-1 0 0,-1 0 0,-3 0 209,-1-2 1,-2 0 0,-2-1-1,-1 1 1,-3 1-210,0-1 0,-3 1 0,-1 1 0,-1-3 513,-1-1 0,-2-2 0,-1-1 0,-4 3-513,2-12 0,-6 0 0,-7 7 0,-4-1 0,-4 1 0,-6-7 0,-7-1 0,-5 2 0,-4-2 0,-3 2 793,1 7 0,-2 2 0,-1 0-793,3 5 0,-1 0 0,-1 1 0,0 2 0,-5-2 0,0 3 0,2 2 1638,-2-1 0,2 4-1364,6 4 1,4 3 2588,8 5-2863,11 6 0,3-1 0,-1 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51:18.282"/>
    </inkml:context>
    <inkml:brush xml:id="br0">
      <inkml:brushProperty name="width" value="0.05292" units="cm"/>
      <inkml:brushProperty name="height" value="0.05292" units="cm"/>
    </inkml:brush>
  </inkml:definitions>
  <inkml:trace contextRef="#ctx0" brushRef="#br0">4019 7713 24575,'27'-5'0,"1"2"0,15-2 0,-14 2 0,-10 1 0,-12 2 0,-5-1 0,-1 1 0</inkml:trace>
  <inkml:trace contextRef="#ctx0" brushRef="#br0" timeOffset="799">3946 7687 24575,'14'-5'0,"2"0"0,0 1 0,4-1 0,-7 2 0,-1 1 0,-5 1 0,-2 0 0,-2 1 0,-1-1 0,-1 1 0,1 0 0,0 0 0,1 0 0,1-1 0,0 1 0,3-1 0,8-1 0,13-2 0,9 1 0,-11 1 0,0 0 0,14 0 0,-4 0 0,-19 1 0,-9 0 0,-7 1 0,0 0 0,-2 0 0</inkml:trace>
  <inkml:trace contextRef="#ctx0" brushRef="#br0" timeOffset="1631">3850 7635 24575,'5'16'0,"3"8"0,2 21 0,-5-17 0,-2 3-1093,0 0 1,-1 4 0,-1-1 1034,0 2 0,0 0 0,-2 2-716,0 3 1,-2 3 0,0 1-1,0-2 774,1-2 0,-1-1 0,-1 1 0,0 2-373,-2-1 0,0 3 0,-1 0 0,0 0 0,0-1 373,0 4 0,-1-2 0,1 1 0,-1 1 0,-1-2 0,1 2 0,-1 0 0,0 0 0,1-3 0,0 3 0,1-2 0,0-1 0,0 1 0,1-5 0,0 0 0,0 0 0,0 0 0,1-3-394,0 9 1,0-2 0,1 0 393,0-1 0,0 0 0,1-4 444,1 0 0,1-3-444,0-3 0,0-3 2557,0 1-2557,1-9 3276,0-14-2664,1-3 1362,0-5-1974,5-2 283,27-7-283,-10 4 0,6 0 0,6-1 0,5 1 0,1 0-1025,1 1 0,1 1 1,2 0 1024,-2 1 0,1 0 0,1 1 0,-2 0 0,5 0 0,-2 2 0,-1-1-201,-2 0 1,-1 1 0,-4 0 200,-6 0 0,-4 0 0,5 0 0,-22-4 0,28-16 0,-3 3 0,8-4 0,4 1-229,-9 5 1,3-1 0,1 0 0,0 0 0,-3 1 0,-1-1 0,-1-1 0,-1 1 0,0 2 0,9-1 0,1 0 0,0 0 0</inkml:trace>
  <inkml:trace contextRef="#ctx0" brushRef="#br0" timeOffset="2688">8334 7823 24575,'28'-8'0,"0"1"0,6 1 0,5-1 0,6 0-820,-9 2 1,4 0 0,2-1 0,-2 1 10,8 0 0,-1 1 1,2-1 808,-4 1 0,3-1 0,-1 1 0,-3 0 0,-2 0 0,-3 1 0,0 0 497,-3 0 1,0 0 0,-5 0-498,17-1 964,-26 1-964,-17 13 0,-5 25 0,-1-8 0,1 6 0,-1 6 0,1 6 0,0 1-574,1 1 1,-1 2-1,1 4 574,0-14 0,0 3 0,1 2 0,0 1 0,0 0 0,1-2-656,-1 5 1,1 0-1,0-1 1,1 1 0,-1 3 454,0-6 0,0 3 1,0 1-1,1 0 1,-1 0-1,0-2 1,0-1 200,0 6 0,0-3 0,0 0 0,0 0 0,0 0-350,-1-4 0,1 0 0,-1 0 0,0 0 1,-1-2-1,1-3 350,-1 2 0,0-2 0,-1-2 0,1 0-163,-1 10 0,1-1 0,-1-5 163,0-3 0,-1-4 1268,-1-6 1,0-3-1269,-1 0 819,1-10 0,1-12 0,0-2 0</inkml:trace>
  <inkml:trace contextRef="#ctx0" brushRef="#br0" timeOffset="5659">9386 9887 24575,'-39'0'0,"-8"-1"0,10 0 0,-2-1-488,4 2 0,1-1 488,-5 0 0,1 0 0,-10 2 320,10 2-320,21-1 162,8-1-162,7-1 0,3-5 0,-1 3 0,2-2 0</inkml:trace>
  <inkml:trace contextRef="#ctx0" brushRef="#br0" timeOffset="6671">10195 8365 24575,'-37'31'0,"17"-12"0,-1 0 0,-12 16 0,15-13 0,2 1 0,-5 11 0,7 4 0,8-9 0,7 0 0,5-8 0,7-1 0,4-6 0,15 0 0,6-6 0,10-3 0,-10-7 0,-2-4 0,-17-4 0,0-9 0,-8-2 0,-2-12 0,-7-1 0,-5 9 0,-2-2 0,-3 3 0,-2-1 0,-6-6 0,-1 0 0,1 8 0,-1 2 0,-1 0 0,1 4 0,-3 1 0,8 9 0,8 5 0,5 2 0,13-1 0,14 1 0,8-1 0,9 1 0,5-1-759,-11 1 0,3-1 0,1 0 0,-1 0 759,7 0 0,-1 0 0,1-1 0,-9 0 0,1 0 0,-1 0 0,-4-1-145,12-1 0,-5-1 145,-5 0 0,-6 1 0,-6-2 0,-15 3 0,-9 3 0,-3 0 746,-2 0 0,2 0 1,-1 0-1</inkml:trace>
  <inkml:trace contextRef="#ctx0" brushRef="#br0" timeOffset="7888">2984 8214 24575,'-29'12'0,"-5"7"0,7 0 0,-1 3-430,4 0 0,2 2 430,-4 5 0,3 1 0,10-7 0,2 1 283,0 19-283,17-13 142,25 2-142,-10-21 0,4-2 0,12 0 0,2-3 0,-6-2 0,-1-5 0,1-3 0,-2-4 0,7-13 0,-18 1 0,-2-4 435,1-19-435,-8 15 0,-5-2 0,-7 3 0,-4 1 0,-4-5 0,-4 1 0,-1 4 0,-2 3 0,-2-1 0,-1 3 0,-10-2 0,3 10 0,9 9 0,2 2 0,7 2 0,4 0 0,40 3 0,6 1 0,11 2-656,-19-3 1,3 0-1,4 0 1,2 1 0,2-1 245,-1 0 0,4 0 1,3 0-1,2 1 1,0-1-1,0 0 0,-3 0 1,-3 0-135,-1-1 0,-1 1 0,-3 0 0,1-1 0,-1 0 0,3 0 544,0 0 0,4 0 0,1 1 0,-1-1 0,-3-1 0,-6 0 0,-8 0 0,4-1 0,-11-1 0,-3 1 0,-17-1 0</inkml:trace>
  <inkml:trace contextRef="#ctx0" brushRef="#br0" timeOffset="8775">6586 9617 24575,'13'-12'0,"4"-3"0,5-2 0,10-6 0,7-3-820,-2 3 1,5-2 0,4 0 0,0-1 272,-10 7 1,0 0 0,1 0 0,1-1 0,2 0 0,0 0 77,1 0 1,1 0 0,0-1 0,2 0 0,1 0 0,0 0 0,2-1 155,-5 3 0,2 0 1,1-1-1,1 0 0,0 0 1,0 0-1,-1 1 1,0 0-1,-1 0 166,0 0 0,-2 1 1,0 0-1,0 0 1,-1 0-1,1 0 1,1 0-1,1-1 147,0 1 0,2-2 0,2 1 0,-1-1 0,1 0 0,-1 0 0,-1 1 0,-2 1 0,-3 1-242,4-2 1,-2 1 0,-2 1 0,-1 1 0,-1-1 0,1 1 241,4-3 0,1 0 0,-1 0 0,-3 2 0,-3 1 595,2-1 1,-4 1-1,-4 3-595,-4 1 0,-4 1 819,3-1 0,-23 10 0,-3 1 0</inkml:trace>
  <inkml:trace contextRef="#ctx0" brushRef="#br0" timeOffset="9518">9977 8648 24575,'19'-11'0,"3"1"0,5-1 0,8-3 0,6-1 0,2-1-820,-8 2 1,2-1 0,2 0 0,3-1 350,-6 2 1,3 0 0,3-1 0,0-1 0,1 1 0,-2 0 0,-1 1-61,0-1 1,-1 1 0,0-1 0,-1 1 0,1 0 0,2 0 528,0-1 0,2 0 0,0 0 0,1 0 0,-1 0 0,-1 1 0,-4 1 0,10-2 0,-4 0 0,-2 1 0,0 1 607,6-2 0,-1 0 1,-6 2-608,-7 2 0,-7 1 1630,3-1-1630,-22 6 0,-6 4 0,-2 1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1:51.996"/>
    </inkml:context>
    <inkml:brush xml:id="br0">
      <inkml:brushProperty name="width" value="0.05292" units="cm"/>
      <inkml:brushProperty name="height" value="0.05292" units="cm"/>
    </inkml:brush>
  </inkml:definitions>
  <inkml:trace contextRef="#ctx0" brushRef="#br0">6900 14847 24575,'2'20'0,"-1"28"0,-4-14 0,0 4-1093,-1 7 1,-1 5 0,0 1 404,2-13 1,0 0 0,0 1-1,1 2 172,-1 2 1,0 3 0,1 0-1,0 1 1,0-3 515,0 4 0,1-1 0,1-1 0,-1 2 0,1-6 0,0 1 0,1 0 0,-1-1 0,0-2 191,1 7 1,-1-2 0,0-1-192,0-3 0,1 0 0,-1-5 0,0-5 0,-1-5 0,1 9 2370,-1-25-2370,2-11 3276,4-14-2636,4-15-292,1 0 1,0 0-1,2-5 1,1-6 0</inkml:trace>
  <inkml:trace contextRef="#ctx0" brushRef="#br0" timeOffset="2194">6956 14794 24575,'12'0'0,"17"-1"-1639,0 0 1,4-1-1,10 0 1,3 0 545,-6 1 1,2 0 0,4 0 579,-1 0 1,3 1 0,2-1 0,-1 0 512,0 1 0,0 0 0,0-1 0,3 1 0,-10 0 0,1 0 0,1 0 0,1-1 0,0 1 0,1-1-189,-3 1 1,1-1 0,1 0-1,0 0 1,0 0 0,-1 0-1,0 0 189,2 1 0,0-1 0,-1 1 0,0-1 0,2 0 0,1 0 0,-4 0 0,2 0 0,1 0 0,0-1 0,1 1 0,-2-1 0,0 1 0,-3-1 0,2 1 0,-1 0 0,-2 0 0,0 0 0,1 0 0,2 0 0,-1-1 0,2 1 0,1-1 0,0 0 0,-1 1 0,-1-1 0,-2 1-372,4-1 0,-3 1 0,-1 0 0,1 0 0,1 0 372,0 0 0,1 0 0,1 0 0,0 1 0,-2-1 0,-2 0 291,6 1 1,-1 0 0,-2-1 0,1 1-292,-5 0 0,-1 0 0,2 0 0,-1 0 0,-1 0 0,10 0 0,-1 0 0,0-1 0,-1 1 0,-4 0 0,-2-1 0,1 1 0,1-1 12,1 1 0,3-2 1,0 1-1,0 0 0,-3 0-12,0 0 0,-2 0 0,0 1 0,2-1 0,-2 0 0,3-1 0,1 1 0,-2-1 0,-2 1 434,-2 0 1,-3 0 0,-1 0-1,2 0-434,1 0 0,1 0 0,0 0 0,-2-1 652,4 1 0,-2 0 0,-1 0-652,9-1 0,-2 1 1121,-6 0 1,-3 0-1122,-11 0 0,-3 1 3276,12-1-3150,-12 1 2482,-3 0-2608,-12 0 1657,-4 0-1657,-1 0 227,8 0-227,8 1 0,18 1 0,-1 0 0,5 3 0,-16-3 0,-7 0 0,-12-2 0,-5 2 0,-2 3 0,2 9 0,1 9 0,4 25 0,-3-22 0,0 3 0,1 15 0,0 1-709,-1-5 1,0 1 708,-1-6 0,0 2 0,-1 0 0,2 8 0,-1 0 0,-2-9 0,1 2 0,-1-1 0,0-2 0,-1-1 0,1 0 0,-1 14 0,0-1 0,-1 4 0,1-2 0,-1-11 0,0-1-294,0 7 0,1-1 294,-1-9 0,1-2 0,-1 6 0,2-1 0,-1-12 0,1 0 0,-1 3 0,0-2 0,2 7 0,0-4 1373,-2-13-1373,0-6 632,-1-5-632,0-4 0,-3-1 0,-9-1 0,-15 0 0,0 2 0,-5 1 0,-5 0 0,-4 1-1093,-1 2 1,-5 1 0,-1 0 1005,4-1 1,-1 0-1,0 0 1,-1 1 86,3 0 0,0 0 0,-1 0 0,-2 1-547,4-2 1,-3 1 0,-1 0 0,0-1 0,0 0 0,3 0 279,-2 0 1,3-1 0,0 1-1,-1-1 1,-4 0 266,6 0 0,-3 0 0,-1 0 0,-2 0 0,0 0 0,0 0 0,1-1 0,3 0 0,-8 1 0,2-1 0,0-1 0,1 1 0,-1-1 0,-1 1-469,2-1 1,-1 0 0,0 0 0,-1-1 0,0 1 0,1 0 0,1-1 356,3 0 1,0 1-1,0-1 1,1 0 0,0 0-1,1-1 1,1 1 111,-1-1 0,0 1 0,2-1 0,-1-1 0,0 1 0,-1 0-346,-5 1 1,-2-1 0,0 0 0,0 0 0,1 1-1,3-1 346,2 0 0,3 0 0,0 1 0,0-1 0,-1 0-59,-7 0 0,-2 0 0,0 0 1,0 0-1,4 0 59,-1 1 0,2-1 0,2 1 0,-2 0 159,-4-1 0,0 0 1,0 0-1,1 0-159,2 0 0,0 1 0,0 0 0,3 0 432,4 0 1,3-1 0,-1 1-1,-1 0-432,-4 0 0,-2 1 0,0-1 0,4 1 542,-1 0 1,4 0-1,-2 1-542,-7-1 0,0 1 0,1-1 0,-4 1 0,1-1 602,9 0 1,-2-1-1,3 1-602,-4-2 0,2 1 1222,-2-1 1,1 1-1223,9-1 0,2 0 2527,-12 0-2527,14 0 1937,17 0-1937,9 0 1444,-7-1-1444,-4 0 501,-8 0-501,-2-1 0,-5 2 0,4-2 0,3 2 0,6 0 0,5 0 0,4 0 0,4 0 0,1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51:52.632"/>
    </inkml:context>
    <inkml:brush xml:id="br0">
      <inkml:brushProperty name="width" value="0.05292" units="cm"/>
      <inkml:brushProperty name="height" value="0.05292" units="cm"/>
    </inkml:brush>
  </inkml:definitions>
  <inkml:trace contextRef="#ctx0" brushRef="#br0">10288 14925 24575,'-16'-16'0,"-3"-1"0,-1 3 0,-6-2 0,3 5 0,-16-5 0,-2 1 0,11 5 0,-2 0 0,4 2 0,-2 0-239,-7-1 1,-1 1 238,7 1 0,-1 1 0,-6-2 0,-1 1 0,6 1 0,0 1 0,-5-2 0,1 2 0,8 1 0,0 1 0,-5 0 0,2 0 0,6 1 0,2 1 0,-5 0 0,0 0 0,-17 1 0,-3 4 0,13 1 0,-6 6 477,11 0-477,-9 7 0,8-3 0,-7 8 0,6-3 0,12-5 0,0 1 0,-19 13 0,16-8 0,-1-1 0,3-2 0,1 0 0,-5 5 0,1 0 0,5-5 0,1-1 0,-3 4 0,2 0 0,-10 9 0,-1 2 0,10-7 0,0 1 0,6-5 0,0 1 0,5-3 0,-1 4 0,2-4 0,2 4 0,1-3 0,3 0 0,0 1 0,2-1 0,2 4 0,1 0 0,5 7 0,2-4 0,6 8 0,2-5 0,8 6 0,0-7 0,8 5 0,-4-7 0,9 3 0,-2-5 0,-11-11 0,0 0 0,-1-1 0,1-1 0,6 1 0,1-2 0,-4 0 0,0-2 0,4 0 0,1-2 0,-8-1 0,-1-1 0,4 0 0,-1-1 0,15 1 0,5-2 0,-6 1 0,-15-2 0,0-1 0,23 3 0,-17-2 0,1-1 0,-5 0 0,0-1 0,6 0 0,0 0 0,-7 0 0,-1 0 0,4 0 0,0-1 0,13 1 0,5-3 0,-11-1 0,9-3 0,-9 0 0,6-3 0,-9 1 0,8-3 0,-5 2 0,7-3 0,-10 2 0,3-1 0,-8 1 0,2-1 0,-6 2 0,3-3 0,-7 0 0,0-2 0,-4-3 0,0-6 0,-1-2 0,6-16 0,-11 20 0,0-1 0,-1-1 0,1 0 0,-2-2 0,-1 0 0,4-15 0,-4-7 0,-4 6 0,-3-6 0,0 6 0,-1-5 0,-2 11 0,0-1 0,-2 8 0,-3 0 0,0 6 0,-3 1 0,0 5 0,-1 2 0,0 2 0,-2-1 0,-1 1 0,-9-3 0,-1 0 0,-9-2 0,5 4 0,-1 2 0,8 6 0,4 1 0,7 4 0,4 1 0,4 0 0,8 2 0,-4-2 0,4 2 0,-5-1 0,-1-1 0,0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2:55.039"/>
    </inkml:context>
    <inkml:brush xml:id="br0">
      <inkml:brushProperty name="width" value="0.05292" units="cm"/>
      <inkml:brushProperty name="height" value="0.05292" units="cm"/>
    </inkml:brush>
  </inkml:definitions>
  <inkml:trace contextRef="#ctx0" brushRef="#br0">26169 17630 24575,'-12'-18'0,"-3"-2"0,-15-17 0,12 20 0,-2 0 0,-3-2 0,-2 1 0,-4 1 0,0 3 0,4 3 0,0 2 0,-4 2 0,0 2 0,-17 2 0,13 5 0,-1 2-653,1 2 0,-2 2 653,2-1 0,-4 1 0,0 0-599,0 1 0,-2 0 0,1 1 599,-1-1 0,0 1 0,0 1 0,0 1 0,-1 0 0,3 1-485,-6 4 1,3 2 484,-2 5 0,3 2 0,11-5 0,3 0-130,0 8 0,4 1 130,8-4 0,2 0 0,0 11 0,3 1 0,4-4 0,1 1 131,1 9 0,2 0-131,5-3 0,3 1 0,2-3 0,2 0 0,9 4 0,4-2 0,-1-10 0,3-2 0,-1-6 0,3 0 0,0-3 21,12 5 0,2-5-21,-3-5 0,3-2 0,-1-2 0,-4-2 0,-1-1 0,2-2-420,-3-3 0,3-1 1,0 0-1,-1-2 420,0-1 0,0-1 0,0 0 0,0-1 0,1-1 0,0 0 0,0-1 0,0-1 0,5-2 0,1-2 0,0 0 0,-3 0 0,3-1 0,-3 0 0,1-2-282,-7 1 0,1-1 0,-1-1 1,-3 1 281,12-9 0,-4-1 200,1-3 0,-5-4-200,-14 5 0,-4-3 0,-3-7 0,-5-4 0,-8 1 0,-5-3-153,-6 4 1,-3-3 0,-4 1 152,-4-1 0,-3 0 0,-1 1 0,-1 0 0,-2 1 0,0 3 636,-1 3 0,-1 1 0,2 5-636,3 3 0,2 4 1551,-7-3-1551,25 19 359,4 3-359,-4 3 599,-4 0 0,0 0 0,0-1 0</inkml:trace>
  <inkml:trace contextRef="#ctx0" brushRef="#br0" timeOffset="1664">20911 17487 24575,'-18'-18'0,"-16"-13"0,12 13 0,-2-1 0,-13-8 0,-4-1 0,12 10 0,-2 1 0,-2 1 0,-10-3 0,-3 1 0,2 2-463,11 5 0,2 1 0,0 1 463,-5 1 0,-1 2 0,5 3 0,6 4 0,2 4-57,-5 3 1,-1 2 56,-3 4 0,-1 3 0,2 0 0,-2 3 0,-1 0-881,-5 3 1,-1 1 0,-1 1 880,11-5 0,-1 1 0,1 0 0,0 2 0,-2 0 0,1 2 0,0-1 0,3 1-479,-1 2 1,1 0 0,3 1 478,-1 4 0,2 1 0,3-1-10,-1 7 1,3-1 9,1 8 0,5 1 0,5-11 0,4 1 0,1 8 0,4 1 0,3-9 0,4 0 0,3-5 0,2 1 0,3 0-454,4 0 0,3-1 0,3 0 454,4 2 0,4-1 0,1 0-128,-4-8 0,1-1 0,1 0 0,2-1 128,4-1 0,1-1 0,2-1 0,-1-1 0,-3-2 0,1-2 0,-1 0 0,1 0 0,1-1 0,1 0 0,-1-2 0,0-1 0,9 1 0,0-3 0,-3-1 1,-7-2 1,-2-2-1,0-1-1,5-1 0,1-2 0,-2-2 0,4-2 0,-1-3-73,-8-1 1,0-2 0,-1-2 72,5-6 0,-2-4 0,-9 3 0,0-1 0,-2-4 0,-1-7 0,-2-4 0,-1 0-70,-2 1 1,-2 0 0,-1-3 69,-3 1 0,-2-3 0,0-1 0,-2 3 0,-1-2 0,-2 2 0,-2 0 596,-1-6 1,-3 0 0,-2 3-597,-2 1 0,-2 4 690,-2-1 1,0 4-691,-4-1 1154,2 9-1154,4 15 2463,2 6-2463,-7-2 1104,-5-1-1104,-14-8 0,-7-3 0,13 5 0,0 1 0,-16-9 0,3 2 0,16 9 0,7 4 0,8 3 0,3 2 0,2-1 0,0 1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52:58.343"/>
    </inkml:context>
    <inkml:brush xml:id="br0">
      <inkml:brushProperty name="width" value="0.05292" units="cm"/>
      <inkml:brushProperty name="height" value="0.05292" units="cm"/>
    </inkml:brush>
  </inkml:definitions>
  <inkml:trace contextRef="#ctx0" brushRef="#br0">20368 11520 24575,'14'-23'0,"0"0"0,16-13 0,0-2 0,-8 11 0,0-3-567,-2 4 1,1-1 566,5-9 0,0 0 0,-5 7 0,0-1 0,7-9 0,0 0 0,-8 8 0,0 1 0,3-6 0,0-1 0,-6 10 0,-2 0 108,3-4 1,-1 2-109,-3 6 0,-1 1 0,3-4 0,0 1 0,8-12 0,-9 15 0,-1 2 0,10-11 0,5-6 854,-3 7-854,-8 11 0,-1 0 62,13-11-62,-9 10 0,1 0 0,-3 4 0,1-1-452,10-7 0,4-1 452,-1 4 0,2 0-557,-4 1 1,2-1-1,0 1 557,-3 3 0,0 0 0,1 0 0,7-5 0,1 0 0,-1 1 0,-8 5 0,-1 0 0,1 0 0,5-2 0,1-1 0,-1 2-371,2-3 0,0 2 371,4-1 0,-1 1 0,-10 4 0,0 1 0,3-1 0,1 2-102,-6 3 0,0 2 102,5-2 0,0 1 0,-6 4 0,-1 0 0,5 0 0,-1 0 784,16 1-784,-17 3 0,1-1 0,16 1 0,-15 1 0,0 0 0,-5 1 0,1-1 0,5 2 0,1 0 0,-6 0 0,1 0 0,5 1 0,0 0 0,-5 0 0,0 1 0,9 1 0,0 0 0,-7-1 0,1 0 340,13 3 0,1 1-340,-7-1 0,1 0 0,-5 0 0,2 0 0,-1 0 0,9 4 0,0 1 0,-9-3 0,0 0 0,0 0 0,6 3 0,0 0 0,-9-3 0,1 0 0,-1 0-207,0 1 0,0 0 0,0 0 207,0 1 0,1-1 0,1 1 0,0 0 0,1 1 0,0 1 0,1-1 0,1 2 0,-1-1 0,-4-2 0,-1 0 0,1 1 0,3 2 0,2 0 0,-2 0 0,11 4 0,-2 0 0,-3 0 0,0 1 0,-10-7 0,0 2 0,-1-2 0,4 5 0,0-1-212,-5-2 0,2 1 0,-2-1 212,4 3 0,-2 1-208,7 2 0,-2-1 208,-10-4 0,-1-1 0,2 2 0,-2-2 886,8 5-886,-5-2 1403,-14-11-1403,-7-2 0,-5-4 0,-1-1 0</inkml:trace>
  <inkml:trace contextRef="#ctx0" brushRef="#br0" timeOffset="1779">25006 14985 24575,'-16'-22'0,"1"0"0,-6-4 0,-2-1 0,-3-1 0,-2-1-839,-8-3 0,0 3 839,6 7 0,-1 2 0,-4-1 0,1 1 111,6 7 1,1 1-112,-4 0 0,0 2 354,-16-3-354,19 7 0,-1 1 0,-19 0 0,16 4 0,0 0-544,-2 0 0,-2 1 544,4 1 0,-2 0 0,0 0-319,1 0 1,0 0 0,-2 1 318,-8 0 0,-2 0 0,1 1 0,7-1 0,1 1 0,0-1 0,-5 1 0,-1-1 0,3 1-269,-6 1 0,2 2 269,-1-1 0,1 2-7,14 0 0,2 1 7,-1 2 0,3 2 997,-10 8-997,-1 7 1800,8-6-1800,-2 3 882,8-6-882,-1 1 17,8-4-17,-1 2 0,5-4 0,-2 4 0,2-3 0,-2 6 0,3-1 0,-2 10 0,4 0 0,-1 12 0,5-6 0,1 5 0,2-9 0,2 6 0,0-4 0,5 9 0,3-4 0,-1-12 0,2 0 0,1-3 0,1 1 0,5 6 0,0-1 0,0-4 0,1-1-244,6 5 1,1-1 243,-1-5 0,1-2 0,10 7 0,2-2-841,-2-6 1,2-2 840,-1-2 0,3 1 0,0-2-925,-2-3 1,-1-2 0,3 0 924,3-1 0,3 0 0,2-1 0,-3-1-701,-4-1 1,-2-1 0,1-1-1,1-1 701,0 0 0,1-2 0,0 1 0,1-1 0,-3-1 0,2 0 0,-2 0 0,0-1 0,1-1-352,4-1 1,1-1-1,0 0 1,-2-1 351,0-2 0,-2-1 0,1-1 2,5-2 0,0-1 0,-4 0-2,2-5 0,-2-1 0,-11 4 0,1-1 0,-3-1 756,6-3 0,-3-1-756,2-3 0,-1-2 0,-9 6 0,-1-1 1322,1-6 0,-3-1-1322,-6 4 0,-2-1 0,2-5 0,-2 0 0,-3 3 0,-2 0 1174,-2 2 0,-1-1-1174,-2-4 0,-1-1 0,-2 4 0,-2-1 0,-1-6 0,-3 1 813,1 6 0,-3 1-813,-3-3 0,-1 1 0,-1 4 0,-2 0 0,-6-6 0,-1 0 0,2 6 0,0 0 386,0 0 1,1 3-387,-1-2 240,10 11-240,9 10 0,0 2 0,0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3:32.886"/>
    </inkml:context>
    <inkml:brush xml:id="br0">
      <inkml:brushProperty name="width" value="0.05292" units="cm"/>
      <inkml:brushProperty name="height" value="0.05292" units="cm"/>
    </inkml:brush>
  </inkml:definitions>
  <inkml:trace contextRef="#ctx0" brushRef="#br0">26086 17465 24575,'-4'0'0,"-1"0"0,1-2 0,-5-2 0,-2 1 0,-5-3 0,0 2 0,-4-1 0,1 1 0,-5-2 0,1 1 0,2 0 0,-4-1 0,4 0 0,-8 0 0,1-2 0,-7 0 0,6 0 0,-5 2 0,5 0 0,4 4 0,1-1 0,9 3 0,-4-1 0,3 2 0,-5 0 0,4 0 0,-6 2 0,0 1 0,-2 3 0,-6 4 0,4 1 0,-6 4 0,5-1 0,-8 7 0,6-4 0,-7 10 0,9-6 0,-5 10 0,9-2 0,2 1 0,3 2 0,7-6 0,0 7 0,3-7 0,1 7 0,2-3 0,0 4 0,2 3 0,1-3 0,1 7 0,1-7 0,2 10 0,0-11 0,1 7 0,1-12 0,2 4 0,1-3 0,1-1 0,3 2 0,0-7 0,2 6 0,0-7 0,2 5 0,-1-6 0,4 4 0,2-4 0,1-1 0,7 2 0,-4-6 0,6 3 0,-7-7 0,3 0 0,-5-6 0,2 0 0,2-3 0,-1-1 0,7 0 0,-2-1 0,10-1 0,-5 0 0,9-2 0,-9 1 0,8-2 0,-7 2 0,6-2 0,-5 1 0,-2 0 0,2-1 0,-6 2 0,6-2 0,-7 2 0,6-1 0,-6 0 0,7-2 0,-4-1 0,5-4 0,2-3 0,-5-1 0,3-2 0,-9-1 0,0-4 0,-7 2 0,1-6 0,-4 0 0,3-7 0,-1-4 0,-2 1 0,0-7 0,-6 8 0,0-7 0,-4 10 0,-2-4 0,-2 6 0,-2-8 0,0 3 0,0-2 0,1 0 0,-2 7 0,2-1 0,-2 8 0,0 0 0,0 5 0,0-2 0,0 1 0,0 1 0,0-4 0,0 4 0,-1-2 0,1 3 0,0-1 0,-1 5 0,1-1 0,-1 3 0,0 0 0,-1 0 0,1 2 0,0-1 0,-1 1 0,0 0 0,0 0 0,-1-2 0,0 1 0,-1-4 0,-1 2 0,-1-1 0,0 1 0,1 0 0,-1 0 0,0 1 0,-2-1 0,2 1 0,-2-1 0,1 1 0,0 0 0,-1 0 0,0 2 0,0-1 0,0 0 0,-1-1 0,-1 1 0,0-3 0,0 3 0,-1-2 0,0 2 0,0-1 0,0 2 0,1 0 0,-1 0 0,1 0 0,-4 0 0,3 0 0,-5 0 0,2 1 0,-1-1 0,-1 0 0,2 1 0,-2-1 0,2 1 0,0-1 0,1 1 0,0 1 0,1-1 0,2 3 0,0-1 0,3 2 0,-2-1 0,2 1 0,-1 0 0,1-1 0,-3 1 0,-1-2 0,-1 2 0,-4-2 0,3 2 0,-7-2 0,5 0 0,-6 1 0,6 0 0,-5 0 0,5 1 0,-3-1 0,4 1 0,-1 0 0,3 1 0,1 0 0,5 0 0,0 0 0,1-1 0,-4-2 0,3 1 0,-1 0 0</inkml:trace>
  <inkml:trace contextRef="#ctx0" brushRef="#br0" timeOffset="4736">26971 18253 24575,'18'-9'0,"4"0"0,14-4 0,8 1 0,-19 7 0,1 2 0,22-2 0,-14 5 0,-14 3 0,-13 0 0,-5 7 0,-7 7 0,-8 17 0,-11 7 0,4-10 0,-2 0-338,-1-1 0,-2 0 338,0 0 0,-1 0 0,0 0 0,2-2 0,5-6 0,2-2 0,1 1 0,2 0 0,-1 4 0,6-5 0,7-10 0,1-2 0,8-2 676,8-2-676,22-1 0,9-2 0,-21-1 0,1-1 0,18 0 0,-19-1 0,-9 0 0,-11 0 0,-3-3 0,-1 2 0,-1-1 0</inkml:trace>
  <inkml:trace contextRef="#ctx0" brushRef="#br0" timeOffset="5175">26934 18453 24575,'4'-3'0,"4"0"0,5-1 0,20-4 0,9-1 0,-10 3 0,2 0 0,-1-1 0,0 1 0,-1 0 0,-1 0 0,0 0 0,-4 1 0,-1 0 0,-6 2 0</inkml:trace>
  <inkml:trace contextRef="#ctx0" brushRef="#br0" timeOffset="5591">27776 18370 24575,'8'-4'0,"9"0"0,13-2 0,10 1 0,-13 2 0,-1-1 0,16 0 0,-8-1 0,-19 3 0,-11 1 0</inkml:trace>
  <inkml:trace contextRef="#ctx0" brushRef="#br0" timeOffset="6424">27836 18509 24575,'9'0'0,"1"-1"0,5-1 0,4 0 0,8-1 0,1 1 0,2-1 0,-10 2 0,-6 0 0,-10-1 0,-3 1 0,-3 0 0</inkml:trace>
  <inkml:trace contextRef="#ctx0" brushRef="#br0" timeOffset="9329">26011 10919 24575,'31'-2'0,"15"-4"0,-15 2 0,5-1 0,0 0-1093,4-1 1,0-2 0,2 0 497,1 0 0,2-1 1,0-1-1,-1 1 595,4-2 0,-1-1 0,0-1 0,-8 1 0,1-1 0,-1-1 0,-3 0-100,-1-2 0,-3 1 0,0-3 100,3-5 0,0-3 0,-4 0 0,3-7 0,-3-2 0,-9 4 0,0-1 0,-2 0 0,-3 2 0,-1 0 0,-1 0 175,7-14 0,-1 0-175,-6 13 0,-1 1 0,1 0 0,5-6 0,0-1 0,-2 7 0,1 0 0,0 0 0,7-8 0,3 1-526,-3 4 1,2-1 0,1 2 525,-2 5 0,1 2 0,1 0-94,1 0 1,2 0 0,2-1-1,0 3 94,1 0 0,0 3 0,2-1 0,0 1 0,1-1 0,2 0 0,0 0 0,1 1 0,-4 3 0,2 1 0,0 1 0,0 0 0,-1 0 0,3 0 0,-1 1 0,0 1 0,2 0 0,5-1 0,2 0 0,0 0 0,-2 2 0,3-1 0,-2 2 0,-1 0-20,-1 1 1,0 1 0,-2 1 19,-4 2 0,-2 1 0,-2 0 186,6 1 1,-1 1-187,1 1 0,-2 3 1569,8 3-1569,-3 7 3100,-10 7-3100,-16-4 0,2 4 0,9 12 0,1 3-251,-1 4 1,1 3 250,-9-11 0,1 3 0,1 1 0,-3-1 0,3 5 0,-2 0 0,1 1 0,-3-2 0,1 2 0,-1 0 0,-2-2 0,0 1 0,-3-2 0,0 1-326,3 6 1,-1 3 0,-1-4 325,1 4 0,-1-2-377,1 2 0,0-1 377,-1-7 0,1-3 0,-2-5 0,1-2-111,5 3 1,2-1 110,-3-7 0,0-1 0,7 2 0,1-1 0,-3-6 0,1-3 0,9 1 0,2-3 0,-2-4 0,1-3 237,10 1 0,4-2-237,-11-1 0,2 0 0,0-1-232,-1 0 0,0 0 1,2 0 231,-3 0 0,2 1 0,0-1 0,-2 1 0,0-1 0,-1-1 0,-1 1 48,4 1 0,0 0 0,-4 0-48,-4-1 0,-4 0 219,15 0-219,-29 0 405,-13-1 0,-3 0 1,-1 0-1</inkml:trace>
  <inkml:trace contextRef="#ctx0" brushRef="#br0" timeOffset="10057">26497 11429 24575,'7'0'0,"18"-1"0,-3-2 0,7 0 0,11 0 0,7 0 0,5 0-656,-10 0 1,4 0-1,3 0 1,0 1 0,2-1 186,-10 2 1,0 0 0,2-1 0,0 1 0,2 0 0,1 0 0,1 1 140,-3-1 0,1 0 0,3 0 1,0 1-1,1-1 0,1 0 1,-1 1-1,1-1 0,-2 1 1,0-1-38,1 1 1,-1 0 0,-1 0 0,0 0 0,1 0 0,0 0 0,1 0 0,2 0 0,2 0 282,-8 1 0,1-1 0,2 0 0,2 0 1,0 1-1,1-1 0,0 0 0,1 0 0,-1 1 1,0-1-1,0 1 0,-2-1 0,0 0 0,-2 1 82,4-1 0,-1 1 0,0-1 0,-2 1 0,0-1 0,0 1 0,0-1 0,0 1 0,1 0 0,0-1 0,1 1-159,-5 0 0,1 0 1,1-1-1,0 1 1,0 0-1,1 0 0,-1 0 1,0 0-1,0 0 1,0 0-1,-2 0 1,0 0-1,-1 0 159,6 0 0,-1 0 0,0 0 0,0 0 0,-2 0 0,0 0 0,-1 0 0,-1 0 0,-1 0 0,-2 0 65,6 0 0,-3 0 1,-1 0-1,-1 0 1,-1 0-1,0 0 1,-1 0-66,6 0 0,0-1 0,0 0 0,-2 0 0,-4 0 0,-5 0 1144,17 0 1,-9 0-1145,-13-1 0,-8-1 819,-18 2 0,-5-1 0,-1 1 0</inkml:trace>
  <inkml:trace contextRef="#ctx0" brushRef="#br0" timeOffset="11374">28986 9360 24575,'3'13'0,"1"8"0,1 2 0,1 3 0,0 9 0,1 3-1093,1 5 1,1 5 0,0 0 390,-1-2 0,0 0 0,0 2 702,0-3 0,0 2 0,-1 1 0,1-2 0,-1-8 0,0-1 0,-1 0 0,1 0 0,0 6 0,0 1 0,0 0 0,-1-1 0,1-5 0,-1 0 0,1-1 0,-1 1 0,1 10 0,1 1 0,-1-1-200,-1 0 0,1 1 0,-2-3 200,0-10 0,-2-2 0,0 1 138,0 2 1,0 1 0,-1-2-139,0 8 0,-1-3 0,0-6 0,-1-3 0,0-5 0,0-3 2456,1 4-2456,-1-13 1955,1-7-1955,-1-5 0,0-3 0,0 0 0</inkml:trace>
  <inkml:trace contextRef="#ctx0" brushRef="#br0" timeOffset="12318">30155 10620 24575,'3'6'0,"1"4"0,2 17 0,4 16 0,-3-4 0,1 3-772,-1-1 0,0 0 772,-2-8 0,0 1 0,-1-1 0,1 4 0,0-2 187,-2 1 1,1-3-188,1 9 0,-2-6 0,-2-17 0,-1-7 0,-1-9 0,1-2 0,-1-3 0</inkml:trace>
  <inkml:trace contextRef="#ctx0" brushRef="#br0" timeOffset="13016">29302 10536 24575,'4'14'0,"0"9"0,-2 4 0,2 15 0,2 3 0,3-3 0,5-3 0,1-14 0,6-5 0,1-11 0,8-5 0,-5-10 0,3-9 0,-10-8 0,-6-13 0,-7-3 0,-8-3 0,-11-1 0,-5 11 0,-6 6 0,8 14 0,2 7 0,6 5 0,-2 5 0,3 2 0,-1 4 0,3-2 0,2-3 0,1-2 0</inkml:trace>
  <inkml:trace contextRef="#ctx0" brushRef="#br0" timeOffset="13365">29756 10682 24575,'0'0'0</inkml:trace>
  <inkml:trace contextRef="#ctx0" brushRef="#br0" timeOffset="14119">29786 10510 24575,'3'3'0,"-1"-1"0,-2 1 0,0 1 0,0 4 0,0 3 0,0 6 0,-4 0 0,-5 4 0,0-6 0,-3 0 0,5-8 0,3-4 0,3-2 0,5-1 0,6 4 0,3 1 0,3 6 0,-3 0 0,-2 1 0,-4 1 0,-3-3 0,-2-1 0,-3-3 0,0-1 0,-2-2 0,-3 1 0,-3 0 0,-3 1 0,-1 1 0,0 0 0,-1 1 0,3 0 0,0 0 0,4-2 0,1 0 0,4-2 0,0 0 0,2-2 0,0 0 0</inkml:trace>
  <inkml:trace contextRef="#ctx0" brushRef="#br0" timeOffset="14692">30010 10531 24575,'-15'18'0,"-1"3"0,1 2 0,-1 3 0,4-1 0,4-1 0,2-1 0,5-8 0,1-5 0,1-5 0,1-3 0,5-1 0,2-4 0,4-1 0,-1-3 0,-3-3 0,-4-4 0,-3-6 0,-11-19 0,-8-7 0,3 15 0,-1 1 0,4 7 0,0 1 0,-7-13 0,13 23 0,2 8 0</inkml:trace>
  <inkml:trace contextRef="#ctx0" brushRef="#br0" timeOffset="15930">27275 10474 24575,'0'7'0,"-3"1"0,-5 8 0,-5 8 0,3 0 0,0 3 0,1 2 0,2 1-607,-1 14 1,3 2 606,3-7 0,4 1 0,4 5 0,3-1 0,1-14 0,4-2 148,2-1 0,2-5-148,18 1 0,3-12 0,5-19 0,-8-6 0,-14-2 0,-2-4 917,2-17-917,-12 6 0,-4-1 0,-6 4 0,-3-2-715,-10-14 1,-6-1 714,-8 5 0,-5 2 0,6 11 0,-2-1 0,0 4 0,-2 0 0,0 5 0,3 6 0,6 6 0,10 9 0,2 5 0,7 0 0,-1 0 0,3-3 357,0-2 0,0 0 0,-1-1 1</inkml:trace>
  <inkml:trace contextRef="#ctx0" brushRef="#br0" timeOffset="16301">27920 10786 24575,'12'-6'0,"-8"7"0,8-10 0</inkml:trace>
  <inkml:trace contextRef="#ctx0" brushRef="#br0" timeOffset="16720">28370 10276 24575,'28'-1'0,"18"0"0,-17 1 0,0-1 0,0 1 0,-1-1 0,20 1 0,-24-1 0,-11 1 0,-8 0 0,-4 0 0</inkml:trace>
  <inkml:trace contextRef="#ctx0" brushRef="#br0" timeOffset="17392">28259 10338 24575,'0'39'0,"1"-1"0,0-3 0,1-3 0,0 6 0,0-14 0,-2-16 0,0-4 0,0-5 0,6-6 0,8-3 0,7-4 0,14 2 0,-3 6 0,6 5 0,-11 7 0,2 7 0,-8 8 0,5 18-1639,-14-15 1,-2 2-1,-2-1 1,-1 0 1408,0 23 230,-15-13 0,-10-7 0,-8-6 0,-9-6 0,1-8 3276,-5-3 0,12-5-3044,4 0-232,13 0 0,2-1 0,2-2 0,3 2 0,-1-1 0</inkml:trace>
  <inkml:trace contextRef="#ctx0" brushRef="#br0" timeOffset="19069">27871 11845 24575,'0'7'0,"-5"7"0,-4 7 0,-8 15 0,4 2 0,3 8 0,5-8 0,7 7 0,6-7 0,10 8 0,5-14 0,13-2 0,-1-15 0,-2-10 0,-5-14 0,-9-11 0,-8-3 0,-2-3 0,-2 0 0,-4-3-348,-2-12 1,-4-2 347,-5 7 0,-4 2 0,-7-5 0,-4 2 0,4 12 0,-2 4 0,-1 2 0,-1 4 0,-6 2 0,8 8 0,5 7 0,5 3 0,-2 4 695,5-1-695,2 1 0,4-5 0,2-1 0,2-2 0,-1 0 0,1-1 0</inkml:trace>
  <inkml:trace contextRef="#ctx0" brushRef="#br0" timeOffset="19419">28178 12095 24575,'17'-9'0,"-11"5"0,8-3 0</inkml:trace>
  <inkml:trace contextRef="#ctx0" brushRef="#br0" timeOffset="20173">28880 11867 24575,'-30'-5'0,"0"-1"0,-16-1 0,12 6 0,13 3 0,5 2 0,3 1 0,6 1 0,4 0 0,0 3 0,2 8 0,4 11 0,13 19 0,-5-21 0,4 0-476,9 10 0,3 0 476,-1-4 0,1-1 0,-2-2 0,-2-2 0,-5-7 0,-2-1 0,-4-1 0,-7-9 0,-4-6 0,-4 2 0,-5-2 952,-15 3-952,-21-3 0,16-3 0,-1-2 0,-5-1 0,0-1 0,-14-6 0,15-1 0,22 5 0,14-4 0,19-8 0,4 2 0,4-2 0,1 0 0,2-1-373,-3 4 0,2 0 0,-2 0 373,7-3 0,-2 0 0,-4 3 0,-3-1 0,-5 2 0,-3 1 0,-1-4 0,-8-4 0,-7 3 0,-7-9 0,-5-3 0,3 12 0,-2 3 0</inkml:trace>
  <inkml:trace contextRef="#ctx0" brushRef="#br0" timeOffset="30713">28527 18310 24575,'-13'6'0,"-2"2"0,-11 5 0,1 5 0,0 2 0,4 5 0,7-2 0,4 15 0,6-4 0,7-8 0,2 0 0,12 17 0,-2-16 0,3-2 0,13 8 0,8-4 0,-9-18 0,-1-6 0,7-10 0,-1-7 0,5-10 0,-6-3 0,-4-14 0,-11 1 0,-11 14 0,-2-2 0,-2-24 0,-11 2 0,-4 21 0,-5 1 0,-1 5 0,-3 2 0,-7-4 0,-3 4 0,5 5 0,-1 3 0,-1 2 0,0 2 0,-9 2 0,5 6 0,13 1 0,6 3 0,7-2 0,3 0 0,2 0 0,5 0 0,-3 0 0,2-1 0</inkml:trace>
  <inkml:trace contextRef="#ctx0" brushRef="#br0" timeOffset="31051">29158 18684 24575,'29'-24'0,"-18"16"0,12-11 0</inkml:trace>
  <inkml:trace contextRef="#ctx0" brushRef="#br0" timeOffset="31815">29582 18177 24575,'-38'2'0,"1"-1"0,2 1 0,0 0 0,-4 3 0,1 0 0,10 0 0,2 0 0,-16 8 0,19-3 0,11 0 0,6 3 0,4 8 0,9 8 0,4-5 0,4 2 0,9 5 0,4 0-632,1 0 0,2 0 632,-5-7 0,1 0 0,-1-2 0,1 0 0,-1-1 0,1 0 0,-2-2 0,4 3 0,-7-4 0,-11-5 0,-2 0 0,-6-4 1264,-2-1-1264,-3-1 0,-3-2 0,-12-1 0,-14-2 0,2-2 0,-2-2 0,3 2 0,-1-2 0,-1 0 0,1 0 0,0 0 0,16-2 0,12 0 0,9-15 0,9-14 0,-3 3 0,3-2-474,1-1 1,2 0 473,5-7 0,0 2 0,-6 9 0,0 2 0,1-1 0,-1 3 0,3-5 0,-7 5 0,-9 10 0,-5 2 0,-1 5 947,0 3-947,-1 2 0,0 1 0,0 1 0,0 0 0</inkml:trace>
  <inkml:trace contextRef="#ctx0" brushRef="#br0" timeOffset="32640">29797 18214 24575,'-10'28'0,"-1"-1"0,3-3 0,-1-1 0,-4 6 0,1-1 0,-5 9 0,1-6 0,7-16 0,5-9 0,4-4 0,3-1 0,10 0 0,11 1 0,24 0 0,-21-1 0,1 1 0,-1-2 0,0 1 0,16-1 0,-23 0 0,-9-1 0,-12-4 0,-2-9 0,-5-14 0,0-12 0,5 13 0,0-3 0,1-9 0,1-1-354,1 2 1,0 1 353,1-7 0,-1 3 0,1 14 0,0 2 0,0-14 0,0 23 0,-1 13 0,0 13 0,-3 30 0,1-9 0,-1 4-836,0 5 1,1 4 0,0 0 835,0 0 0,0 1 0,0 2-492,2-4 1,-1 3 0,1 0 0,0-2 491,0 3 0,1-2 0,0 0 0,0 2 0,1 0 0,-1-4-131,0 4 1,0-5 130,0-10 0,0-3 0,0 3 0,-2-25 546,-4-22 0,4 7 0,-4-8 0</inkml:trace>
  <inkml:trace contextRef="#ctx0" brushRef="#br0" timeOffset="35382">19180 18476 24575,'39'-14'0,"-4"5"0,3 1 0,2 0 0,1 2-458,9-1 0,-2 2 458,-16 3 0,-4 0 301,8 2-301,-24 2 152,-10 3-152,-2 8 0,-1 5 0,-7 11 463,-5 3-463,-2-10 0,-2 1 0,-1-1 0,-2-1-326,-9 8 0,-2 0 326,3-6 0,0 0 0,-7 4 0,0 0 0,8-6 0,0-1 0,4-2 0,2-2 0,-9 10 0,17-14 0,7-3 0,5-5 0,6 0 652,14 2-652,13 2 0,1-2 0,3-1-541,4 0 1,3-2 540,4-1 0,-1 0 0,-3-3 0,-4 0 0,-12-2 0,-3 0 0,5-3 0,-18 3 0,-8 1 0,-2 1 0</inkml:trace>
  <inkml:trace contextRef="#ctx0" brushRef="#br0" timeOffset="35877">19102 18697 24575,'9'-1'0,"11"0"0,5-1 0,15 0 0,-1-1 0,0 0 0,-5-2 0,-9-1 0,1-1 0,-2-1 0,-10 4 0,-1 0 0</inkml:trace>
  <inkml:trace contextRef="#ctx0" brushRef="#br0" timeOffset="36912">19874 18705 24575,'15'1'0,"15"-1"0,9 0 0,-10 0 0,0 0 0,-3 0 0,0 0 0,5 0 0,-1 0 0,14 0 0,3-2 0,-17 1 0,-7-1 0,-13 1 0,-6 1 0</inkml:trace>
  <inkml:trace contextRef="#ctx0" brushRef="#br0" timeOffset="37648">20518 18530 24575,'-18'30'0,"-1"11"0,9-18 0,2 2 0,-1 9 0,2 2 0,1-4 0,2-1 0,2 4 0,3-2 0,7 11 0,8-7 0,6-17 0,18-2 0,-15-13 0,1-2 0,2-1 0,1-2 0,-1-2 0,-2-3 0,10-10 0,-7-7 0,-14-3 0,-5-11 0,-8 2 0,-12-14 0,-7 9 0,-6 4 0,0 13 0,7 13 0,-1 5 0,4 2 0,-2 4 0,4 0 0,-1 2 0,7-1 0,0 0 0,6-1 0,-1-2 0,2 1 0</inkml:trace>
  <inkml:trace contextRef="#ctx0" brushRef="#br0" timeOffset="38038">20975 18755 24575,'-3'-2'0,"1"0"0</inkml:trace>
  <inkml:trace contextRef="#ctx0" brushRef="#br0" timeOffset="38667">19624 18528 24575,'6'-1'0,"2"1"0,2-2 0,13 0 0,4-2 0,14 1 0,-19 1 0,-2 0 0</inkml:trace>
  <inkml:trace contextRef="#ctx0" brushRef="#br0" timeOffset="39083">19611 18594 24575,'9'1'0,"-1"0"0,1 0 0,2 0 0,-1-1 0,-2 0 0,-2 0 0,-3-1 0,-1 0 0,-1 0 0</inkml:trace>
  <inkml:trace contextRef="#ctx0" brushRef="#br0" timeOffset="40006">21428 18580 24575,'-20'-4'0,"-14"-1"0,7 2 0,-3 0 0,-2 1 0,-1 0 0,5 2 0,1 1 0,-13 4 0,24 2 0,7 4 0,6 3 0,6 11 0,8 3 0,3-5 0,2 0 0,0-3 0,3 0 0,5 3 0,2 0 0,11 6 0,-9-7 0,-15-13 0,-9-7 0,-4-1 0,-6 3 0,-8 2 0,-11 0 0,-6 1 0,5-6 0,7 0 0,12-2 0,6 2 0,8-9 0,5-5 0,6-6 0,6-9 0,-4 2 0,1-4 0,-8 4 0,-4 6 0,-5 6 0,-2 7 0,-2 4 0,1 3 0</inkml:trace>
  <inkml:trace contextRef="#ctx0" brushRef="#br0" timeOffset="41018">21463 18632 24575,'0'10'0,"-2"0"0,-4 5 0,-2-1 0,-1 3 0,2-7 0,4-3 0,2-5 0,3-2 0,2 1 0,13-1 0,6 1 0,16 2 0,0 1 0,-4 1 0,-12-2 0,-15-3 0,-6-3 0,-5-7 0,-2-6 0,-8-17 0,1-1 0,-3-8 0,7 12 0,3 4 0,5 14 0,0 4 0,0 6 0,0 2 0,2 7 0,1 8 0,4 19 0,3 11 0,-3-13 0,0 2 0,0-5 0,0 0 0,-1 0 0,-1-1 0,1 3 0,-4-12 0,-2-14 0,-2-6 0,1-1 0,-1-1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54:26.119"/>
    </inkml:context>
    <inkml:brush xml:id="br0">
      <inkml:brushProperty name="width" value="0.05292" units="cm"/>
      <inkml:brushProperty name="height" value="0.05292" units="cm"/>
    </inkml:brush>
  </inkml:definitions>
  <inkml:trace contextRef="#ctx0" brushRef="#br0">26418 17670 24575,'-12'-26'0,"-10"-9"0,0 3 0,-4-3-1609,-1 2 0,-2-1 1609,2 5 0,-1 0 0,0 1 0,1 3 0,0 1 0,-1 0-510,-7-5 0,-3 0 0,1 2 510,5 4 0,1 1 0,-2 0 0,-6-2 0,-3 1 0,3 2 0,8 4 0,0 2 0,0 1-11,-6 0 0,-2 1 0,3 2 11,-6 0 0,2 4 0,-8 1 0,2 4-286,11 3 1,1 4 285,-7 6 0,0 3 0,6 1 0,-2 4-317,1 2 1,-3 3 0,0 1 316,2-1 0,0 1 0,-2 3-424,7-3 0,-3 2 1,0 2-1,0 1 1,0 0 423,3-2 0,1 0 0,0 0 0,0 2 0,-1 2-413,1 2 0,-2 1 1,0 2-1,1 1 1,1-1-1,2-1 413,0 0 0,2 0 0,2-1 0,1 1 0,0 0 0,1 1 0,0 1 0,2 1 0,1-2 0,4-2-106,0 6 0,3-3 0,4 0 106,3-3 0,3-1 0,2-2 604,3 2 1,5-1-605,8 6 0,7 0 0,9-4 0,7-2 140,-5-9 0,4-1 0,3 0 0,0-1-140,0-2 0,1-1 0,1-1 0,1 0 0,-6-4 0,1 1 0,0-1 0,1-1 0,0-2 0,9 1 0,2-2 0,-2-2 0,-2-1 677,4 0 1,-4-3 0,2 0-678,1-3 0,1 0 0,-1-2 0,-4-2 0,-1-2 0,-1 1 0,-5 0 0,-2 0 0,2-1 0,7 0 0,2-1 0,-3 0-24,-7 1 0,-3 0 0,1 1 24,1-1 0,0 0 0,0 1 0,12-4 0,-1-1-30,-10 3 1,-1-1 29,5-1 0,-3-1 3217,9-6-3217,-23 6 0,-2-2 2219,11-16-2219,-7-3 0,-13 6 0,-2-2 0,-5 0 0,-1-2 262,-1-9 1,-2-1-263,-6-7 0,-4-1 0,1 4 0,-3-2-315,-2 8 0,-2-1 0,-1 2 315,-4-9 0,-2 2 0,4 11 0,-1-2 0,-1 2 0,0 0 0,-1 0 0,0 2 0,-5-8 0,0 2-84,-3-2 1,2 2 83,-2 0 0,8 11 0,15 18 876,5 6-876,4 1 1626,-1 0-1626,0 0 0,-3 0 0,0-1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53:25.325"/>
    </inkml:context>
    <inkml:brush xml:id="br0">
      <inkml:brushProperty name="width" value="0.05292" units="cm"/>
      <inkml:brushProperty name="height" value="0.05292" units="cm"/>
    </inkml:brush>
  </inkml:definitions>
  <inkml:trace contextRef="#ctx0" brushRef="#br0">13762 16880 24575,'7'0'0,"0"0"0,-1-1 0,-2 1 0,0 0 0,-1-1 0,-1 1 0,-1 0 0,2 0 0,2-1 0,9-2 0,8-2 0,27-5 0,-6 3 0,5 0-1093,-6 1 1,2-2 0,2 1 1026,-3 2 1,2-1 0,2 1-1,1 0-590,-4 1 1,1-1-1,1 1 1,0 0 0,0-1 490,0 1 1,0 0 0,1 0-1,1 0 1,2-1-305,-6 2 1,2-1 0,2 0 0,0 0 0,0 0 0,-1 0 0,-1 0 323,0 0 0,-2 0 0,-1 0 0,1 1 0,1-2 0,2 1-215,-3 0 0,2 0 0,1 0 0,1-1 0,0 0 0,-1 1 0,-1 0 0,-2-1 360,4 1 0,-2-1 0,-2 1 0,0 0 0,1 0 0,1-1 0,-3 1 0,1 0 0,1 0 0,-1 0 0,1 1 0,0-1 0,-1 0 0,-1 0 0,1 1 0,0-1 0,-1 1 0,0-1 0,0 1 0,-2-1-139,2 1 1,-1 0 0,-1 0-1,0 0 1,1-1 0,1 1 138,-1 0 0,3 0 0,0 0 0,0 0 0,-1 0 0,-1 0 0,-2 0 53,3-1 1,-2 1 0,-2 0 0,1 0 0,0 0-54,2 0 0,1 0 0,0-1 0,-1 1 0,0 0 0,6 0 0,-1-1 0,-1 2 0,-1-1 306,-7 1 1,0 0 0,-1 0 0,1 0-307,8 0 0,3 1 0,-2-1 0,-2 1 0,0 0 0,-2 0 0,1 1 535,-5-1 0,1 0 1,0 1-1,-3-1-535,0 1 0,-2-1 0,1 1 826,1 0 1,0-1 0,1 1-827,-2 0 0,0-1 0,0 1 0,12 0 0,1 0 0,-6-1 0,3 1 0,-2 0 0,-9-1 0,-1 1 0,0 0 0,4 0 0,1 0 0,1 0 0,0-1 0,0 1 0,-1 0 0,-4-1 0,-1 1 0,3 0 244,0-1 1,3 0 0,0 1-1,-2-1-244,3 1 0,-1-1 0,0 1 0,8-1 0,0 0 0,1 0 0,0 1 0,-1-1 0,0 0 0,-8 1 0,-1 0 0,1 0 0,-4-1 0,3 1 0,-1-1 0,-3 0 430,1 0 1,-3 1 0,1-1-431,3 0 0,1 0 0,0 0 0,-1-1 0,0 0 0,0 1 0,-3 0 0,0 0 0,1 1 34,10-1 1,3 0 0,-3 0-35,-7 1 0,-2 0 0,1 0 0,5 0 0,0 0 0,1 0 0,0 0 0,0 0 0,0 0 0,-4 0 0,-1 0 0,2 0 0,-2 0 0,1 0 0,1 0 0,-2 0 0,1 0 0,-2 0 0,1 0 0,1 0 0,1 0 0,-1 0 0,3 0 0,1 0 0,-3 0 0,5 0 0,0 0 0,-9 0 0,0 0 0,-3 0 520,3 0 1,-3 0-521,-2 0 0,0 0 0,-4 0 0,1 0 0,7 0 0,1 0 0,-8 0 0,0 0 0,4 0 0,1 0 0,-1 0 0,0 0 0,-4 0 0,1 0 0,5 1 0,-1-1 2182,14 0-2182,2 1 1363,-22-1-1363,-5 0 2082,-12 0-2082,-5 0 336,-6 0-336,-5 0 0,-6 0 0,5 0 0,-3 0 0</inkml:trace>
  <inkml:trace contextRef="#ctx0" brushRef="#br0" timeOffset="1159">19409 15348 24575,'-17'17'0,"1"2"0,-11 12 0,3 3 0,8-10 0,1 3 0,3-2 0,2 2-525,1 11 1,5 2 524,5-1 0,6 1-611,4-4 1,4 1-1,3-1 611,4-3 0,3-1 0,5-1-682,0-3 1,5 1 0,1-2 0,0-2 681,7-1 0,0-3 0,1-2 0,-7-5 0,1-1 0,0-2 0,-2-3-219,13 0 0,-3-6 219,-5-5 0,-4-4 581,4-10-581,-12-13 0,-15-9 0,-10 11 0,-4-2 0,-3 0 0,-3-2 514,-7-11 0,-4 0-514,-1 9 0,-3 2 0,-6-5 0,-2 2-1639,6 13 1,-2 3 1602,-5-1 0,-1 4 36,7 5 0,0 3 192,-1 1 1,0 1-193,-5 2 0,8 4 0,12 3 615,3 0-615,3 1 0,3-2 0,0 0 0</inkml:trace>
  <inkml:trace contextRef="#ctx0" brushRef="#br0" timeOffset="1505">20529 15985 24575,'27'-38'0,"-1"0"0,1 0 0,0 0 0,1-3 0,-2 4 0,4-3 0,-1 0 0</inkml:trace>
  <inkml:trace contextRef="#ctx0" brushRef="#br0" timeOffset="1910">21209 15060 24575,'24'-8'0,"16"-2"0,-16 5 0,1-1 0,7-1 0,-1 1 0,18-4 0,-1 1 0,-12 5 0,8-1 0,-5 3 0,-10 0 0,-11 1 0,-16 1 0</inkml:trace>
  <inkml:trace contextRef="#ctx0" brushRef="#br0" timeOffset="2652">21148 15086 24575,'3'30'0,"0"0"0,0 0 0,0 1 0,1 8 0,1-1 0,-2-8 0,1-3 0,2 19 0,-4-25 0,0-13 0,-1-7 0,2-5 0,8-5 0,16-9 0,12 3 0,-4 5 0,2 2-403,-1 5 0,1 1 403,8 3 0,0 3 0,-12 0 0,-2 4 0,-3 2 0,-2 3 0,3 9 0,-8 7 0,-11-4 0,-4 7 0,-5-2 806,-12 10-806,-1-18 0,-3 0 0,-5-1 0,-3-2-463,-13 2 0,-4-4 463,1-6 0,-2-3 0,5-3 0,-1 0 0,1-2 0,-8-3 0,2-2 0,0 1 0,3-1 0,-2-4 0,17 1 0,17 2 0,4-2 0,1-3 0,2-25 231,8 1 1,-5-1-1,5 14 1</inkml:trace>
  <inkml:trace contextRef="#ctx0" brushRef="#br0" timeOffset="3834">23147 15811 24575,'16'-2'0,"-3"1"0</inkml:trace>
  <inkml:trace contextRef="#ctx0" brushRef="#br0" timeOffset="7751">26238 17596 24575,'-5'-11'0,"0"0"0,-1 0 0,-2-1 0,-3-1 0,-5-4 0,-4 2 0,-8-5 0,4 8 0,0 1 0,8 7 0,2 2 0,2 2 0,-6 1 0,-5 1 0,-16 1 0,-6 2 0,14-1 0,-1 1 0,3-1 0,-1 0 0,-6 3 0,0 0 0,6-1 0,0 0 0,-2 1 0,0 0 0,-14 5 0,21-5 0,1 1 0,-12 5 0,-6 5 0,10-3 0,-7 3 0,11-6 0,-5 3 0,7-4 0,-2 2 0,7-2 0,0 1 0,6-3 0,0 3 0,3-2 0,-1 3 0,2-2 0,-2 6 0,2-2 0,-1 4 0,3-1 0,-1 6 0,2 1 0,0 11 0,1-3 0,0 12 0,2-5 0,3-15 0,0 0 0,0 13 0,1 3 0,0-12 0,1 1 0,0-7 0,1 4 0,1-4 0,5 8 0,2-5 0,4 6 0,4-5 0,8 6 0,3-4 0,-7-12 0,2-1 0,-1-1 0,2-1 0,7 2 0,1-2 0,-3-3 0,1-2 0,6 2 0,0-2 0,-7-2 0,-1-2 0,6 1 0,-2 0 0,14 0 0,-20-3 0,0-1 0,9-1 0,6 0 0,-2-3 0,-1-2 0,7-2 0,-11-2 0,5-4 0,-10-1 0,3-5 0,-4 1 0,3-8 0,-5 0 0,6-13 0,-5 3 0,-10 11 0,0-1 0,10-15 0,-12 17 0,-1 0 0,5-11 0,-3 3 0,-6 8 0,-4 2 0,-3 3 0,-1-3 0,-3 2 0,-1-5 0,-1 4 0,-1-4 0,2 5 0,0-4 0,1 2 0,-1-3 0,2 1 0,-1-4 0,0 2 0,1-7 0,-4 3 0,-2-10 0,-5 3 0,-8-10 0,-3 7 0,-1-1 0,7 16 0,6 8 0,7 13 0,2 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14T04:53:18.684"/>
    </inkml:context>
    <inkml:brush xml:id="br0">
      <inkml:brushProperty name="width" value="0.05292" units="cm"/>
      <inkml:brushProperty name="height" value="0.05292" units="cm"/>
    </inkml:brush>
  </inkml:definitions>
  <inkml:trace contextRef="#ctx0" brushRef="#br0">26052 17589 24575,'-18'-20'0,"-7"1"0,-5 0 0,6 0 0,-3 1 0,-15-6 0,1 2 0,17 12 0,1 1 0,-3 0 0,0 0 0,-9 0 0,-3 0 0,11 6 0,-3 1 0,9 2 0,-5 2 0,3 0 0,-6 3 0,3 1 0,-5 2 0,4 3 0,-6 4 0,6 2 0,-9 7 0,8-3 0,-6 12 0,7-6 0,-6 11 0,8-8 0,-3 7 0,6-8 0,0 7 0,7-5 0,2 6 0,6-7 0,2 5 0,4-9 0,1 3 0,1-7 0,1 3 0,2-5 0,3 3 0,3-1 0,5 3 0,3-2 0,6 4 0,1-3 0,8 2 0,-4-6 0,6 1 0,-6-5 0,8 2 0,-3-4 0,7 2 0,-2-4 0,0-1 0,2-1 0,-6-3 0,9 1 0,-7-2 0,11 1 0,-8-3 0,-15-1 0,1-1 0,19 0 0,-16 0 0,2-1 0,-5-1 0,0 0 0,7-1 0,0 0 0,-7 0 0,0-1 0,5-2 0,0 0 0,-6-1 0,-1-1 0,4-1 0,-1 0 0,18-10 0,-20 6 0,0-1 0,13-10 0,-16 8 0,0-1 0,7-9 0,1-5 0,-9 4 0,-2-4 0,-6 1 0,-2-4 0,-6 1 0,-1 3 0,-6 1 0,-3 1 0,-2 1 0,-10-6 0,-2 5 0,-12-5 0,-1 5 0,9 9 0,-2 1 0,2 2 0,-1 1-1639,-7-4 1,0 1-1,6 4 1,0 1 1523,-3-1 0,2 1 115,-5-2 0,2 2 0,14 5 0,2 0 0,6 4 0,2 0 3276,3 1-2184,2 1 0,0-1 0</inkml:trace>
  <inkml:trace contextRef="#ctx0" brushRef="#br0" timeOffset="54556">19607 18400 24575,'5'30'0,"-1"0"0,1-3 0,-1 1 0,2 0 0,-1 0 0,5 17 0,0 3 0,-3-15 0,-2-5 0,-2-13 0,-2-7 0,0-7 0,-1-1 0,1-2 0</inkml:trace>
  <inkml:trace contextRef="#ctx0" brushRef="#br0" timeOffset="55105">19828 18497 24575,'5'22'0,"4"11"0,0 5 0,-3-13 0,1 0 0,3 13 0,2 3 0,-5-16 0,-1-3 0,-3-11 0,-1-2 0,-2-5 0,0-2 0,0-1 0</inkml:trace>
  <inkml:trace contextRef="#ctx0" brushRef="#br0" timeOffset="57726">20913 17526 24575,'-9'-15'0,"-3"-3"0,-9-8 0,-4 0 0,-11-4 0,16 15 0,-1 0 0,-9-3 0,-2-1-526,1 2 0,-1 0 526,-13-4 0,-1 0 0,7 5 0,-1 0 0,6 5 0,-2 0 0,2 0-747,-10-1 1,-1 0 746,8 4 0,-2 1 0,1 0 0,4 1 0,1 1 0,-3 0-667,-9 0 1,-4 1-1,3 0 667,7 2 0,1 0 0,-1 1 0,-8 3 0,-3 1 0,3 2 0,8 0 0,2 1 0,0 2 0,-6 4 0,0 3 0,2 1 0,4 0 0,2 1 0,0 1 0,-5 5 0,1 2 0,2 0 0,7-4 0,2 1 0,0 1-282,-2 2 0,1 0 0,2 0 282,-1 3 0,3-1 315,-1 4 1,3-1-316,8-7 0,2 0 654,0 3 1,1 0-655,1 15 2136,3 7-2136,9-6 0,1-15 0,2 1 0,2-4 0,1 1 0,5 9 0,4 0 13,-1-4 0,3 1-13,10 8 0,2 1 0,-1-7 0,3-1-595,-2-6 0,1 0 0,2-1 595,-3-3 0,2-2 0,1-1-576,0-2 0,2 0 1,1-1-1,-1 0 576,6 2 0,0 0 0,2-1 0,-4-3 0,2-1 0,1 0 0,-4-1 0,3 1 0,-2 0 0,1-2-401,5 0 1,1-1 0,-3-1 400,4-1 0,-2-1 0,-11-4 0,1-1 0,-2-1 85,4 0 0,0-1-85,8-2 0,0-2 0,-8-1 0,-1 0 0,12-5 0,0-1 0,-7 0 0,0-1 125,-6 0 0,1-1 0,-1-1-125,10-4 0,-1-3 0,-9 2 0,1-2 0,-2 1 0,5-5 0,-2-1 474,-11 3 0,-2-3 1,-2 1-475,0-4 0,-4-2 0,-2-8 0,-3-2 0,-7 9 0,-2 0 0,-4-9 0,-4 0 0,-1 8 0,-3 1 0,-5-8 0,-2 1 596,3 9 0,-2 2-596,0-1 0,0 1 715,-2-4-715,5 7 1541,6 14-1541,2 4 949,1 1-949,0 4 0,1 0 0,1 1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5:59.152"/>
    </inkml:context>
    <inkml:brush xml:id="br0">
      <inkml:brushProperty name="width" value="0.05292" units="cm"/>
      <inkml:brushProperty name="height" value="0.05292" units="cm"/>
    </inkml:brush>
  </inkml:definitions>
  <inkml:trace contextRef="#ctx0" brushRef="#br0">21737 11117 24575,'4'-1'0,"-2"1"0</inkml:trace>
  <inkml:trace contextRef="#ctx0" brushRef="#br0" timeOffset="417">22509 11226 24575,'1'-39'0,"-1"20"0,2-5 0</inkml:trace>
  <inkml:trace contextRef="#ctx0" brushRef="#br0" timeOffset="754">23012 10515 24575,'32'-2'0,"-1"-1"0,-11 2 0,8-2 0,0 1 0</inkml:trace>
  <inkml:trace contextRef="#ctx0" brushRef="#br0" timeOffset="1081">24087 10452 24575,'0'0'0</inkml:trace>
  <inkml:trace contextRef="#ctx0" brushRef="#br0" timeOffset="1429">24830 9685 24575,'0'0'0</inkml:trace>
  <inkml:trace contextRef="#ctx0" brushRef="#br0" timeOffset="2070">25873 9662 24575,'0'0'0</inkml:trace>
  <inkml:trace contextRef="#ctx0" brushRef="#br0" timeOffset="2567">26348 8952 24575,'0'0'0</inkml:trace>
  <inkml:trace contextRef="#ctx0" brushRef="#br0" timeOffset="2903">27047 8925 24575,'0'0'0</inkml:trace>
  <inkml:trace contextRef="#ctx0" brushRef="#br0" timeOffset="6458">21443 11365 24575,'7'-9'0,"2"-1"0,11-6 0,7-3 0,1 3 0,2-1 0,-1 2 0,3 0 0,8-5 0,7-1 0,-3 0-984,-9 5 1,-3 1 0,3-1 983,0 0 0,1 0 0,1-1 0,-4 2 0,12-7 0,-4 2-76,3-2 0,-3 1 76,-9 4 0,-2 1 0,7-2 0,-1 0 0,-6 3 0,0 0 0,6-2 0,0-1 0,-5 2 0,1 0 0,8-4 0,0 1 0,-8 3 0,0 1 0,8-3 0,-1-1 0,-5 4 0,-1 0 0,0 0 0,-1 0-138,2-1 0,-2 1 138,-4 2 0,-1 1 0,6-3 0,-1-1 0,-4 3 0,1-1 0,6-2 0,-1 0 0,-4 1 0,-1 1 0,6-3 0,1 1 0,-4 1 0,-1 1 0,1-1 0,1 1 0,2-1 0,0 1 0,-7 3 0,1 1 0,6-3 0,0 0 0,-6 3 0,-1 0 0,7-2 0,0 1 0,-6 1 0,0 1 0,5 0 0,0-1 0,-5 2 0,0 0 0,6 0 0,1-1 0,0 0 0,1 0-414,0 0 1,1-1 413,6-2 0,1 0 0,-7 1 0,-1 1 0,8-5 0,0 1 0,-10 4 0,0 0 0,7-3 0,-1 0 775,-10 4 0,0 0-775,6-2 0,-1 0 0,-8 2 0,0 0 0,4-1 0,1-1 0,-3 1 0,-1 0 0,1 0 0,1 1 0,2-2 0,1 0 0,-6 3 0,1 0 0,7-3 0,0 1 0,-8 2 0,1-1 0,6 0 0,-1-1 0,-7 1 0,0 1 434,2-2 1,-1 1-435,-2 0 0,-1 0 302,20-7-302,-21 7 0,0-1 965,18-5-965,-18 5 0,0-1 519,17-5-519,5-4 0,-12 6 0,9-4 0,-8 4 0,-12 5 0,1 1 0,17-9 0,2 2 0,3-2 0,-5 1 0,-13 4 0,2 1 0,-3 1 0,2 0-437,10-4 0,1 0 437,-4 2 0,1-1 0,8-2 0,2-1 0,-5 0 0,0 1 0,-1 0 0,0-1 0,2 0 0,-1-1 0,-7 3 0,0 0 0,10-4 0,-1 0 0,-7 4 0,1 1 0,-7 1 0,2 0 0,-2 0 0,7-1 0,-1-1 0,-5 4 0,2-1 0,-3 1 0,5-3 0,0 0 0,7-1 0,-1 1 0,-8 1 0,-2 1-125,-1 1 1,0-1 124,1 0 0,0 0 0,-8 3 0,0 0 0,7-3 0,0-1 0,-7 4 0,1 0 0,4-3 0,0 0 0,18-4 0,-11 2 0,1-1 0,-9 5 0,0-1 0,9-3 0,0-1 0,-11 4 0,-1 1 0,3-2 0,-1 1-3277,16-7 1709,-17 7 1,1-1 1567,15-4 236,-15 4 1,0 0-237,-2 2 0,-1 0 0,7-3 0,1 0 0,2 0 0,0 0-152,0 0 1,1-1 151,4-1 0,0 0 0,-8 3 0,-1 0 0,5-2 0,-2 1 0,-8 3 0,-2 0 0,2 0 0,0 0 3276,7-4-56,-2 2-3069,-10 4-151,-4 1 718,-7 2-718,-3 2 0,-4 0 0,-1 3 0,-1-1 0</inkml:trace>
  <inkml:trace contextRef="#ctx0" brushRef="#br0" timeOffset="7493">22914 10910 24575,'22'-12'0,"0"0"0,14-8 0</inkml:trace>
  <inkml:trace contextRef="#ctx0" brushRef="#br0" timeOffset="7857">24117 10040 24575,'33'-7'0,"1"0"0,1 0 0,8-2 0,-14 3 0,1 0 0</inkml:trace>
  <inkml:trace contextRef="#ctx0" brushRef="#br0" timeOffset="8175">25381 9944 24575,'4'-2'0,"0"0"0</inkml:trace>
  <inkml:trace contextRef="#ctx0" brushRef="#br0" timeOffset="8483">25691 9651 24575,'4'-4'0,"-2"0"0</inkml:trace>
  <inkml:trace contextRef="#ctx0" brushRef="#br0" timeOffset="8823">26686 9402 24575,'29'-6'0,"-1"-1"0,12 1 0,0 1 0,-10-1 0,-1 0 0,0 3 0,0 0 0</inkml:trace>
  <inkml:trace contextRef="#ctx0" brushRef="#br0" timeOffset="9147">27321 9248 24575,'21'-18'0,"1"1"0,-2-1 0,5-1 0</inkml:trace>
  <inkml:trace contextRef="#ctx0" brushRef="#br0" timeOffset="9462">27614 8918 24575,'0'0'0</inkml:trace>
  <inkml:trace contextRef="#ctx0" brushRef="#br0" timeOffset="10104">28046 8721 24575,'0'0'0</inkml:trace>
  <inkml:trace contextRef="#ctx0" brushRef="#br0" timeOffset="10881">28626 8734 24575,'13'-14'0,"-8"9"0,7-5 0</inkml:trace>
  <inkml:trace contextRef="#ctx0" brushRef="#br0" timeOffset="11231">28898 8519 24575,'0'0'0</inkml:trace>
  <inkml:trace contextRef="#ctx0" brushRef="#br0" timeOffset="11738">29231 8484 24575,'0'0'0</inkml:trace>
  <inkml:trace contextRef="#ctx0" brushRef="#br0" timeOffset="14780">28142 6901 24575,'-9'-4'0,"-4"-4"0,-12-11 0,-1-3 0,-5-14 0,11 4 0,7-3 0,10 14 0,4 5 0,2 12 0,3 4 0,4 5 0,11 12 0,-1 7 0,5 14 0,-14-4 0,-5 3 0,-13-10 0,-9-3 0,-6-11 0,-2-4 0,3-11 0,8-4 0,2-8 0,6-5 0,2-11 0,8-1 0,12-7 0,6 13 0,8 4 0,-7 15 0,-4 5 0,-7 7 0,-5 4 0,-2 12 0,-4 1 0,-7 8 0,-3-9 0,-3-5 0,4-10 0,3-5 0,1-3 0,-2-6 0,-5-6 0,1-5 0,2-4 0,7 4 0,3 2 0,2 7 0,-1 3 0,-2 5 0,0 1 0,6 3 0,-5-1 0,5 1 0</inkml:trace>
  <inkml:trace contextRef="#ctx0" brushRef="#br0" timeOffset="16144">30993 9865 24575,'14'17'0,"-3"-3"0,-6-5 0,-3-4 0,-3-3 0,-1-2 0,-4-1 0,-1-3 0,-6-7 0,0 0 0,-2-13 0,6 0 0,7-10 0,11 4 0,6 5 0,8 8 0,-3 12 0,2 3 0,-8 7 0,1 7 0,-6 4 0,-3 8 0,-4-4 0,-4-1 0,-3-8 0,-3-6 0,-6-2 0,0-5 0,-4-4 0,5-1 0,0-6 0,7 1 0,4-6 0,7 3 0,3 2 0,0 6 0,0 4 0,-1 6 0,-1 5 0,4 14 0,-3 5 0,-1 8 0,-7-9 0,-2-9 0,0-11 0,0-7 0,0-2 0,-4-6 0,-2-3 0,-3-5 0,5 1 0,1 0 0,6 8 0,0 3 0,0 4 0,0 0 0,-2 1 0</inkml:trace>
  <inkml:trace contextRef="#ctx0" brushRef="#br0" timeOffset="23947">16358 11922 24575,'13'6'0,"15"8"0,15 11 0,-16-8 0,5 4 0,2 0-820,-2-2 1,3 1 0,1 0 0,0 0 32,1 2 1,0 1 0,1 0 0,0 0 786,3-1 0,0 0 0,-1-1 0,-1 0 285,1 0 0,-2-1 1,-3-2-286,1 0 0,-4-2 1230,6 2-1230,-31-17 0,-7-8 0,0 4 0,0-3 0</inkml:trace>
  <inkml:trace contextRef="#ctx0" brushRef="#br0" timeOffset="24319">17124 11868 24575,'-11'18'0,"-6"4"0,0-2 0,-4 2 0,-3 0 0,-3 2-1093,0 0 1,-2 0 0,-2 1 910,2 0 1,-1-1 0,-1 1-415,2-1 1,-2 1 0,0 1 0,0 0 595,1-1 0,0 1 0,1 0 0,0 0 0,-6 6 0,0 0 0,1-1 239,3-1 0,0-1 0,4-2-239,4-3 0,2-4 0,-4 8 0,18-21 407,11-12 1,-2 4 0,3-4 0</inkml:trace>
  <inkml:trace contextRef="#ctx0" brushRef="#br0" timeOffset="30770">13410 13691 24575,'11'-2'0,"9"0"0,11 1 0,-2 0 0,5 2 0,6 0 0,3 3-949,3 0 0,2 3 949,-12-2 0,0 2 0,-1 1 0,5 4 0,-2 1-48,5 4 1,-3 1 47,-12-2 0,-2 2 0,1 4 0,-3 1 0,-7-2 0,-2 2 0,0 7 0,-3 3 0,-3 2 0,-2 0 0,-1 3 0,-2 0 0,0 8 0,-2-1-580,-2-5 0,0 0 580,1-6 0,-1 1 0,0-1 0,0 12 0,-1 0 0,1-7 0,-1 2 0,1-1-597,0-6 0,-1-1 1,1 2 596,-1 10 0,0 3 0,1-1 0,0-9 0,0-1 0,-1 1 0,1 9 0,0 1 0,-1 0 0,1-7 0,0-1 0,0 0 0,1-3 0,0 0 0,0 0 156,1-1 0,0 0 1,1-3-157,1 4 0,2-3 239,2 3 0,1-3-239,6 9 1103,2-8-1103,-7-18 2027,2-7-2027,5-7 866,7-4-866,1-3 0,2-2 0,2-2 0,2-2-482,12-7 1,1-2 481,-9 3 0,-1-1 0,-1-2 0,-3 0 0,2-4 0,-14 1 0,-12 8 0,-5 0 0,-7 3 0,-2 2 963,-5 2-963,2 3 0,-1 3 0,-2 2 0,-8 8 0,-6 3 0,-10 10 0,4 0 0,-1 6 0,7 2 0,3 1 0,2 10 0,8-5 0,7-11 0,2 1 0,-1 19 0,5-17 0,2 1 0,4 20 0,0-19 0,2-1 0,2 0 0,1-1 0,-1 2 0,1-1 0,2 4 0,0 0 0,-2-5 0,-1 1 0,3 6 0,-1 1 0,-2-7 0,1 0 0,1 7 0,0 0 0,-2-8 0,-1 0 0,2 5 0,-1-1 0,0-4 0,-2-1 0,1 0 0,0-1 0,-2 0 0,1-1 0,0 16 0,0 6 0,-4-11 0,0 8 0,-2-13 0,-4 1 0,-1-9 0,-8 2 0,-4-3 0,-5 0 0,-7 3 0,1-6 0,-13 6 0,6-5 0,-11-1 0,9-5 0,-2-2 0,5-3 0,0-2 0,6-1 0,6-2 0,6-3 0,7 1 0,-3-2 0,6-2 0,-3 2 0,5-3 0,0 3 0,2 0 0</inkml:trace>
  <inkml:trace contextRef="#ctx0" brushRef="#br0" timeOffset="37353">13600 10595 24575,'2'23'0,"0"9"0,1-4 0,-1 2 0,0-2 0,0 0 0,0 3 0,0-1 0,1 5 0,-4-16 0,1-17 0,-2-9 0,4-3 0,8-11 0,6 2 0,5-3 0,3 1 0,5-3 0,3-2 0,0 0-656,-2 3 1,0-1-1,2 0 1,2-1 0,2-2 245,-3 3 0,3-3 1,2 0-1,1-1 1,0 0-1,1 0 0,-2 1 1,0 1 376,-1 1 0,-1 0 0,0 1 0,0 0 0,0 0 1,1 0-1,1-1 33,-1 0 0,2 0 0,1-2 0,0 0 0,0 1 0,-1 1 0,-2 1 0,-3 2-354,4-3 1,-3 3-1,-1 0 1,-2 2-1,0-1 354,3-2 0,0 1 0,-4 1 0,-4 3 0,-2 1 0,-6 4 0,-3 1 0,-14 12 0,-2 5 819,-3 3 0,2-3 0,-1 0 0</inkml:trace>
  <inkml:trace contextRef="#ctx0" brushRef="#br0" timeOffset="38581">12888 13615 24575,'0'0'0</inkml:trace>
  <inkml:trace contextRef="#ctx0" brushRef="#br0" timeOffset="39133">12897 15191 24575,'7'26'0,"-1"-6"0</inkml:trace>
  <inkml:trace contextRef="#ctx0" brushRef="#br0" timeOffset="41193">12738 16985 24575,'0'0'0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7:00.237"/>
    </inkml:context>
    <inkml:brush xml:id="br0">
      <inkml:brushProperty name="width" value="0.05292" units="cm"/>
      <inkml:brushProperty name="height" value="0.05292" units="cm"/>
    </inkml:brush>
  </inkml:definitions>
  <inkml:trace contextRef="#ctx0" brushRef="#br0">12647 7528 24575,'-14'-10'0,"-18"-10"0,-9 0 0,-6-3-1093,11 6 1,-1 0 0,-3 0 402,-1 1 0,-2-1 0,-2 0 0,1 1 16,3 2 0,0 1 0,-1 0 1,-1 0 673,0 2 0,-1 0 0,-2 1 0,0 0 0,2 1 0,-5 0 0,2 1 0,0 0 0,-2 1 0,7 1 0,-1 0 0,-1 1 0,1 0 0,2 1-13,-6 1 1,0 1 0,2 0 0,2 2 12,-2-1 0,1 2 0,1 2 0,-2 0 0,1 3 0,-1 3 0,6 6 0,0 3 0,0 2 0,2 0-760,-5 4 1,2 0 0,-3 5 759,7-2 0,-3 2 0,-1 3 0,2 0 0,4-1 0,4 0 0,2-1 0,3 1 0,-2 1 0,-2 4 0,0 1 0,1 1 0,2 1 0,3 0 0,1 1 0,2 0 0,2 0 23,-3 5 1,3-1 0,2 3-24,3-4 0,1 2 0,1 0 0,3-3 346,2 0 1,1-2 0,4 1-347,3-2 0,1 1 0,2 1 0,3-4 0,2 3 0,3-2 0,4 0 0,2-1 0,3 1 0,3-1 0,1-3-106,-1-4 1,1-3 0,2-1 0,2-1 105,6 4 0,2-1 0,2-1 0,3-3-115,-3-4 0,2-2 0,2-2 0,0-1 0,-1-1 115,-2-1 0,-1-2 0,0-2 0,2 0 0,2 0-205,2-1 1,2-1 0,2 0 0,0-2-1,-1 0 1,-2-1 204,-3-2 0,-1-1 0,-2-1 0,1-1 0,1-1 0,0-1 0,2 0 0,0-1 0,0-1 0,-2 0 0,-2-1-112,6-3 0,-4-1 0,0-1 0,0-2 112,3-2 0,-1-1 0,0-2 0,-2-3 0,-2-4 0,-2-3 0,-2-1 0,-1-1 0,-5 4 0,-3-1 0,0-2 0,-1-2 0,-1-1 0,1-3 0,-2-1 0,-1 0 0,-3 2 0,-1-1 0,-3 1 0,-2 0 0,0-2 0,0-6 0,0-3 0,-2 0 0,-3 3 207,-1 0 0,-2 2 0,-3-1-207,-1-5 0,-3-1 0,-2 3 1094,-3-1 0,-3 3-1094,-2-2 0,-3 2 0,-2 10 0,-1 3 3276,-6-14-2752,1 10 2568,14 19-3092,4 10 0,2 5 0,1 1 0</inkml:trace>
  <inkml:trace contextRef="#ctx0" brushRef="#br0" timeOffset="23301">16615 13410 24575,'5'-4'0,"3"2"0,11 1 0,13 1 0,1 1 0,4 0-855,-4 0 0,1 0 0,1 0 855,4 0 0,1 1 0,1-1 0,4 0 0,0 0 0,-1 0 0,7 0 0,-4-1 304,-5-1 1,-5 0-305,5-1 0,-23 0 0,-12 0 0</inkml:trace>
  <inkml:trace contextRef="#ctx0" brushRef="#br0" timeOffset="23816">18084 12841 24575,'-3'48'0,"1"-16"0,1 4 0,-1 0 0,1 11 0,1 2-820,-1-10 1,1 4 0,-1 0 0,1-3 321,2 0 1,-1-3-1,1 1 498,1 6 0,-1-1 0,1-2 726,1-1 0,0-3-726,0-2 0,0-4 775,-2-4-775,-1-9 0,2-18 0,4-4 0,-3 3 0,2-2 0</inkml:trace>
  <inkml:trace contextRef="#ctx0" brushRef="#br0" timeOffset="24601">24951 12671 24575,'5'12'0,"-2"9"0,0 4 0,-1 3 0,0 5 0,-2 5-1093,2 3 1,-1 5 0,0 0 488,0-1 1,-1 0 0,0 3 603,0-2 0,0 3 0,1 1 0,-1-1 0,-1-6 0,1 0 0,-1 0 0,1-1 0,-1-1 0,1-1 0,0-2 0,0 0 0,-1-1 0,0 11 0,0 0 0,0-8 1537,0 2-1537,0-23 825,1-7-825,1-10 0,-1-2 0,0-1 0</inkml:trace>
  <inkml:trace contextRef="#ctx0" brushRef="#br0" timeOffset="30467">25928 12700 24575,'-38'-15'0,"10"4"0,-4-2 0,-1 1 0,-5-3 0,-5 0-547,5 2 1,-6-1 0,-3-2 0,-2 1 0,-2 0 0,1 0 136,7 3 0,0 0 1,0 1-1,-2-1 1,-1 1-1,-2-1 0,-2 0 1,-4 0 204,14 2 0,-2 1 0,-2-1 0,-2 0 1,-1 0-1,-1 0 0,-1 0 0,-1 0 0,0-1 1,-1 1-1,0 0 0,1 0 0,0 0 0,0 1 1,1-1-1,2 1-14,-2 0 1,2 0-1,0 1 1,0-1-1,0 1 1,1 0-1,-1 0 1,1 0-1,-1 0 1,-1 0 0,0 0-1,-1 0 1,-1 0-1,-1 0 1,-2 0 163,10 2 1,-1-1 0,-1 0 0,-2 0 0,1 0-1,-2 0 1,0 0 0,-1 0 0,0 0 0,0 0-1,-1 0 1,1 0 0,-1 0 0,0 0 0,1 1-1,0-1 1,0 1 0,1-1 0,0 1 0,1 0 0,1 0-1,1 1 1,0 0 54,-5-1 0,1 0 0,0 1 0,2-1 0,-1 1 0,2 0 0,-1 1 0,1-1 0,0 1 0,0-1 0,1 1 0,-1 0 0,0 0 0,0-1 0,-1 1 0,0 0 0,-1 0-113,1 0 0,0 0 0,-1-1 1,0 1-1,0 0 0,-1 0 1,1 0-1,-1 0 0,1 0 1,-1 0-1,1 0 0,0 1 1,0 0-1,1-1 0,0 1 1,0 1-1,2-1 0,-1 1 113,-5-1 0,1 1 0,-1 0 0,1 1 0,1 0 0,-1-1 0,2 2 0,-1-1 0,1 0 0,1 1 0,1-1 0,0 1 0,1-1 0,0 1 0,-5 0 0,1-1 0,1 1 0,1 0 0,1 1 0,0-1 0,0 0 0,0 1 0,-1 0 0,0 0 0,-3 0 0,-1 0 0,-1 1 0,0-1 0,0 1 0,1 0 0,1 0 0,1 0 0,2 1 0,2-1 0,-2 1 0,3 0 0,1 0 0,2 0 0,0 1 0,-2 0 0,-1 0 0,-2 1 0,-1 1 0,-2 0 0,0 0 0,1 0 0,-1 1 0,2 0 0,2-1 0,-6 2 0,3 0 0,0 0 0,1 1 0,-2 0 0,-3 0 0,9-1 0,-3 1 0,-1 0 0,-1 0 0,-1 0 0,1 0 0,0 1 0,1-1 0,2 0 0,-6 1 0,2 0 0,1 1 0,0-1 0,0 0 0,0 1 0,-3 0 0,7-1 0,-1 0 0,0 1 0,-2 0 0,1 0 0,-1 0 0,1 0 0,-1 0 0,1 0 0,-1 0 0,-1 0 0,1 0 0,-1 0 0,1 0 0,0 0 0,0 0 0,1 0 0,1 0 0,0 0 0,1 0 0,0 1 0,1-1 0,0 0 0,0 0 0,-1 0 0,-1 1 0,1-1 0,-1 0 0,-1 1 0,-1 0 0,1-1 0,0 1 0,1-1 0,2 0 0,3-1 0,-5 1 0,3 0 0,1 0 0,1-1 0,1 0 0,-1 0 181,-6 3 1,0-1 0,1 0 0,0 0-1,3 0-181,-1 0 0,2 0 0,1 0 0,2-1 508,-4 2 1,2-1-1,-1 1-508,4 0 0,-1 1 0,0 1 0,2-1 0,0 2 0,1 0 0,0 3 0,2-1 0,-1 2 0,1 1 0,3 0 0,-1 2 0,3 1 0,0 2 769,-5 7 0,0 3 0,3 0-769,9-8 0,2 0 0,1 0 1092,0 3 0,1 1 0,3 1-1047,3 0 0,4 1 0,2 0-45,3 13 0,8 3 0,5-12 0,5 4 0,4 0 0,3-1-445,-2-9 1,1-1-1,4-1 1,2 1 0,5 1 444,-3-4 0,3 1 0,4 1 0,2 0 0,1 1 0,2-1 0,0 0 0,1-2 0,-1 0-235,-4-4 1,0-1 0,0 0 0,1-1 0,0-1 0,1 0-1,2 1 1,1-1 0,2 1 0,3 0 234,-10-4 0,2 0 0,2 0 0,1 1 0,1-1 0,1 1 0,1 0 0,1 0 0,1 0 0,0-1 0,0 1 0,1-1 0,-1 0 0,0 0 0,0-1 0,0 0 0,-1 0 0,-1-2-118,0 1 0,-1-1 0,0 0 0,0-1 0,0 0 0,0-1 0,-1 0 0,1 0 0,0 0 0,0 0 0,1 0 0,1-1 0,0 1 0,0-1 0,2 1 0,1-1 0,1 1 118,-8-2 0,2 0 0,0 0 0,1 0 0,1 0 0,0 1 0,1-1 0,1 0 0,0 0 0,1 0 0,-1 0 0,1 0 0,0 0 0,1 0 0,-1 0 0,0-1 0,0 0 0,0 1 0,-1-2 0,0 1 0,0 0 0,-1-1 0,-1 0 0,0-1 0,-1 0-80,5 1 1,-2 0 0,1-1 0,-1 0 0,-1-1 0,0 0 0,0 0 0,0 0 0,-1 0 0,1-1 0,-1 0 0,0 1 0,1-2 0,-1 1 0,1 0 0,0 0 0,0 0 0,1-1 0,0 1 0,0 0 79,-1-1 0,1 0 0,-1 1 0,1-1 0,0 1 0,0-1 0,0 0 0,1 0 0,-1 0 0,1 0 0,0 0 0,0-1 0,0 1 0,0-1 0,0 0 0,0 0 0,0 0 0,0 0 0,0-1 0,0 0 0,0 0 0,0 0 0,-2 0 0,1-1 0,-1 0 0,1-1 0,0 1 0,0-1 0,0 1 0,0-1 0,0 0 0,0-1 0,0 1 0,0-1 0,0 1 0,0-1 0,0 0 0,0 0 0,0 0 0,-1 0 0,1 0 0,-1 0 0,0 0 0,0-1 0,0 1 0,1 0 0,0 0 0,-1-1 0,0 1 0,0-1 0,0 0 0,-1 0 0,0 1 0,0-1 0,0 0 0,1-1 0,-1 1 0,1 0 0,0-1 0,0 1 0,1-1 0,0 1 0,1-1 0,1 0 0,0 0 0,1 0 0,-7 1 0,1-1 0,1 0 0,0 0 0,1 0 0,1 0 0,0-1 0,0 1 0,1 0 0,0 0 0,0-1 0,0 1 0,1-1 0,0 1 0,0-1 0,-1 0 0,1 0 0,-1 1 0,1-1 0,-1 0 0,0 0 0,-1 0 0,0 0 0,0 0 0,-1 0 0,0 0 0,-1 0 0,-1-1 0,0 1 0,5-1 0,-1 1 0,0-1 0,-1 0 0,-1 0 0,0 0 0,0 0 0,-1 0 0,0 0 0,0 0 0,-1-1 0,1 1 0,-1 0 0,1-1 0,0 1 0,-1-1 0,1 0 0,1 1 0,-1-1 0,1 0 0,1 0 0,0-1 0,-3 2 0,1-2 0,1 1 0,1 0 0,0 0 0,0-1 0,1 0 0,-1 1 0,1-1 0,0 0 0,0 0 0,0 1 0,0-1 0,0 0 0,-1 0 0,-1 0 0,1 0 0,-2 0 0,1 0 0,-2 0 0,-1 0 0,0 0 0,-1 0 0,-1 0 0,-2 0 0,14-2 0,-2 1 0,-1-1 0,-1 0 0,-1 1 0,-2-1 0,0 1 0,0-1 0,-2 0 0,1 0 0,-1 0 0,0 0 0,0 0 0,0-1 0,3 0 0,1-1 0,0 1 0,-1-1 0,1 0 0,-2 0 0,0 0 0,-1-1 0,-2 1 0,-1-1 0,-2 1 0,-2-1 0,8-2 0,-3-1 0,-1 1 0,-3-1 0,-1 0 0,-2-1 0,-2 1 291,12-6 1,-4 0 0,-3-1-1,-1-2-291,-4 0 0,0-1 0,-4-1 0,-5 0 1143,4-13 0,-9-2-1143,-3-6 0,-8-3 0,-10 12 0,-5-3 0,-1 1 595,-3-1 1,-1-1 0,-4-1-596,0 7 0,-2-3 0,-2 0 0,0 0 0,-1 2 0,-1-2 0,-1 1 0,-1 1 0,-1-1 0,-3-4 0,-2-2 0,0 1 0,2 4 1092,3 5 0,1 3 0,1 1-762,-8-9 0,2 5 1846,-1-1-2176,-2 3 657,-3 2-657,1 6 3276,0 0-3186,15 14 920,8 5-1010,8 4 0,1 1 0,-1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18:51.358"/>
    </inkml:context>
    <inkml:brush xml:id="br0">
      <inkml:brushProperty name="width" value="0.05292" units="cm"/>
      <inkml:brushProperty name="height" value="0.05292" units="cm"/>
    </inkml:brush>
  </inkml:definitions>
  <inkml:trace contextRef="#ctx0" brushRef="#br0">7338 12456 24575,'-19'-4'0,"-3"-2"0,-15 0 0,-8-4 0,14 4 0,-2 0-497,-4 0 0,-1 0 497,0-1 0,-2 0-486,-9 1 1,0 0 485,7 1 0,-1-1-1093,8 3 1,-2 0 0,1 0-336,-6 0 0,0 0 1428,-6 0 0,2 1-151,11 2 1,2-1 150,-4 1 0,0-1 0,8 1 0,0 0 0,-4 0 0,-1 0 0,1 0 0,-1 0 0,3 0 0,-1 0 0,-2 0 0,0 1 0,6-1 0,0 1 0,-5 1 0,1-1 0,5 1 0,-1 0 0,-6 1 0,1 1 0,6-1 0,1 1 0,-7 2 0,0 0 0,2 1 0,1 0 0,0-1 0,0 1 0,-3 1 0,1 1 0,5-2 0,0 1 0,-6 2 0,0 2 0,6-2 0,-1 1 0,-8 5 0,0 1 0,7-3 0,0 2 0,-6 5 0,0 2 0,7-4 0,1 1 0,-2 3 0,1 0 0,5-1 0,0 0 229,3-3 1,0 0-230,-13 18 823,9-10-823,0 7 3276,6-5 0,-1 14-2711,9-7-565,4-10 0,3 2 0,2 0 0,2 0 0,1 3 0,1 1 0,3 4 0,2-1 0,1-4 0,1 0-387,7 9 1,3-1 386,-3-8 0,3 1-556,0-3 0,4 2 0,0-2 556,8 7 0,4 0-781,-2-4 0,4 1 0,-1-2 781,-3-5 0,1-1 0,1 0 0,-2-3 0,1 1 0,2-1 0,0-1-636,-1-2 0,1-1 0,1-1 0,0-1 636,-1 1 0,1-1 0,1-1 0,1-1 0,5-1 0,3-1 0,-1-1 0,0-2-488,-6-1 0,0-2 1,-1-1-1,2 0 488,7-1 0,1 0 0,1-2 0,-2 1 0,-4-2 0,-2 0 0,0-1 0,2 0-329,-1-1 0,1 0 0,1-1 0,-1 0 0,-1 0 329,3-1 0,-3 1 0,2-2 0,1-1 0,-7 1 0,2-2 0,2-1 0,-1 0 0,-1 0 0,-2 0 0,7-2 0,-2 0 0,-1-1 0,2-1 0,-7 1 0,2-1 0,0-1 0,-1 0 0,-2-1-22,6-2 0,-1-1 0,-2-1 0,-2 0 22,4-2 0,-2 0 0,0-1 362,0-4 1,0-2 0,-5 1-363,-3 0 0,-6-1 1162,-3-2 0,-5-1-1162,-5-9 0,-10-6 0,-9 17 0,-3-1 1459,0-1 1,-2-1-1460,-8-15 0,-2 1 0,4 10 0,-1 2 0,-4-6 0,1 4 2529,-6-3-2529,4 8 1291,11 18-1291,3 5 0,4 4 0,1 1 861,1 1-861,0 0 0,1-1 0,0 1 0,0-1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21T03:12:19.237"/>
    </inkml:context>
    <inkml:brush xml:id="br0">
      <inkml:brushProperty name="width" value="0.05292" units="cm"/>
      <inkml:brushProperty name="height" value="0.05292" units="cm"/>
    </inkml:brush>
  </inkml:definitions>
  <inkml:trace contextRef="#ctx0" brushRef="#br0">23517 1657 24575,'0'0'0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1T02:19:29.187"/>
    </inkml:context>
    <inkml:brush xml:id="br0">
      <inkml:brushProperty name="width" value="0.05292" units="cm"/>
      <inkml:brushProperty name="height" value="0.05292" units="cm"/>
    </inkml:brush>
  </inkml:definitions>
  <inkml:trace contextRef="#ctx0" brushRef="#br0">17883 1110 24575,'7'-11'0,"-2"-1"0,11-12 0,7-8 0,-1 4 0,8-1 0,-13 20 0,5 3 0,-8 6 0,-1 0 0,-6 0 0,0 2 0,-3 2 0,0 2 0,-4 6 0,0 18 0,0 2 0,-7 11 0,-2-13 0,-2-1 0,3-5 0,-1 0 0,-5 3 0,1 0 0,5 8 0,0-19 0,7-3 0,1-6 0,21-7 0,2-1 0,11-8 0,-12 3 0,-5 1 0,-12 1 0,0 3 0</inkml:trace>
  <inkml:trace contextRef="#ctx0" brushRef="#br0" timeOffset="1019">18496 1089 24575,'6'-14'0,"-1"-3"0,1 10 0,8-15 0,-6 13 0,14-16 0,-13 15 0,17-12 0,-12 14 0,19-6 0,-21 11 0,9 2 0,-17 1 0,4 3 0,-3 5 0,-1 4 0,-2 9 0,-2 2 0,0 0 0,0 4 0,-11-2 0,2 4 0,-8-4 0,0-1 0,-2 0 0,2-3 0,-4 5 0,9-10 0,-1 2 0,4-6 0,6-2 0,-2-3 0,4-2 0,0 1 0,9-2 0,25-2 0,14 0-691,-10-2 0,0 0 691,-7-1 0,-1-2 0,5-3 0,-3-1 0,7-3 0,-7-5 0,-10 9 0,-14 2 0,-2 1 0,-3 1 0,-4 2 0</inkml:trace>
  <inkml:trace contextRef="#ctx0" brushRef="#br0" timeOffset="2787">17963 1996 24575,'3'-20'0,"1"8"0,4-5 0,1 5 0,5-3 0,0 2 0,4-3 0,-5 9 0,-2 0 0,-5 5 0,2 0 0,-2 2 0,2 0 0,-2 0 0,0 0 0,3 0 0,0 4 0,5 2 0,-8 2 0,2 2 0,-8 2 0,2-4 0,-7 7 0,1 3 0,-13 7 0,7-2 0,-10 13 0,7-12 0,1 1 0,-2 2 0,4-14 0,-4 6 0,6-9 0,-1-3 0,6-3 0,0 0 0,9-2 0,13-4 0,-1-1 0,15-1 0,-10-2 0,-5 6 0,-1-4 0,-11 3 0,0-2 0,2 1 0,-4 0 0,2 2 0,-4 0 0,0 0 0</inkml:trace>
  <inkml:trace contextRef="#ctx0" brushRef="#br0" timeOffset="4172">18654 1805 24575,'-6'29'0,"-3"6"0,-2-11 0,-1 3 0,6-10 0,1-6 0,4 0 0,20-5 0,-9-3 0,23 7 0,-20-9 0,9 6 0,-10-7 0,-3 0 0,-3 0 0,-2-9 0,-2 3 0,0-16 0,-2 3 0,0-4 0,0-10 0,0 2 0,0-11 0,0 1 0,0 10 0,0 9 0,0 13 0,0 32 0,0 1 0,0 24 0,7-15 0,1 1 0,-6-4 0,0 0-670,9 4 1,1 1 669,-5-1 0,1-2 0,10 13-62,-10-20 1,-1-2 61,5 6 0,-9-11 0,2-9 0,-3-5 0,-2-2 0</inkml:trace>
  <inkml:trace contextRef="#ctx0" brushRef="#br0" timeOffset="5143">18013 2677 24575,'-4'6'0,"2"-1"0,9-2 0,26-9 0,-6 2 0,16-4 0,-27 5 0,-3 5 0,-7 2 0,2 12 0,-6 9 0,1-1 0,-3 15 0,0-9 0,-4 18 0,-3-10 0,-4-10 0,-1-2 0,-1-3 0,-9 11 0,17-27 0,-2 2 0,10-5 0,16-2 0,9 0 0,14-2 0,-6 0 0,-7 0 0,-11 0 0,-8 0 0,-3 0 0,-2 0 0,1 0 0,-2 0 0,-2 0 0,0 0 0</inkml:trace>
  <inkml:trace contextRef="#ctx0" brushRef="#br0" timeOffset="6091">18895 2689 24575,'-8'6'0,"0"21"0,-8-2 0,6 16 0,-6-10 0,12-9 0,1 0 0,3-10 0,0-1 0,3 2 0,-1-5 0,4 3 0,10-9 0,-6 2 0,35-4 0,-21 2 0,14 1 0,-17-2 0,-14 3 0,4-6 0,-8 0 0,0-4 0,-3 2 0,2-4 0,0 3 0,0 0 0,0 1 0,-5 0 0,-5 1 0,0 2 0,-3 1 0,3 0 0,-2 5 0,1 0 0,2 5 0,5-4 0,0 2 0,2-4 0,0 2 0,0-2 0,0 2 0,0-4 0,0 2 0</inkml:trace>
  <inkml:trace contextRef="#ctx0" brushRef="#br0" timeOffset="7092">18088 3556 24575,'30'-1'0,"1"-9"0,19 4 0,-11-5 0,-7 11 0,-15 0 0,-2 4 0,-6 1 0,-3 12 0,4 4 0,-9 8 0,2 5 0,-3-4 0,-3 5 0,-7-12 0,-4 0 0,-11 11 0,-7 3 0,11-18 0,15-13 0,4 0 0,15-4 0,23 4 0,9-5 0,4 4 0,-8-5 0,-22 0 0,-2 0 0,-10 0 0,-2-2 0,-2 1 0,-2 0 0</inkml:trace>
  <inkml:trace contextRef="#ctx0" brushRef="#br0" timeOffset="8309">19019 3541 24575,'-1'-4'0,"-5"0"0,2 3 0,-5 3 0,1 5 0,3-1 0,0 1 0,2-2 0,1 3 0,0-4 0,2 2 0,0 3 0,0-4 0,0 9 0,0-6 0,0 1 0,5 2 0,1-4 0,11 7 0,-7-8 0,4 3 0,-9-5 0,0 1 0,4 0 0,4 9 0,-4-8 0,2 7 0,-11-9 0,2 4 0,-2-2 0,0 2 0,0-1 0,0 0 0,-4-1 0,-3-1 0,-18-1 0,-12-4 0,7-2 0,2-1 0,24-1 0,2-1 0,2 0 0,0-1 0,7 0 0,9-9 0,-1 6 0,15-14 0,-21 17 0,9-12 0,-11 7 0,-4-4 0,2-7 0,-3 6 0,-1-12 0,1 11 0,-6-6 0,1 13 0,-1-1 0,0 7 0,4 1 0,-2 2 0</inkml:trace>
  <inkml:trace contextRef="#ctx0" brushRef="#br0" timeOffset="9778">20550 886 24575,'-18'9'0,"0"8"0,-2 4 0,0 0 0,-1 1 0,-1 1 0,2 0 0,1 4 0,38-21 0,8-4 0,21-2 0,-12 0 0,-11 0 0,-7 0 0,-12 0 0,0 0 0,-2 0 0,2 0 0,-2 0 0,2 0 0,-2-7 0,2-7 0,-3-3 0,0-10 0,-3-2 0,0 5 0,-2-3 0,-3 11 0,0 6 0,0 1 0,1 10 0,4 20 0,-1 7 0,0 3 0,1-2 0,0 1-384,-1 7 1,2 0 383,6 11 0,1-12 0,5 5 0,-6-21 0,-2 1 0,-5-18 0,2-2 0</inkml:trace>
  <inkml:trace contextRef="#ctx0" brushRef="#br0" timeOffset="10546">21081 1052 24575,'30'-40'0,"0"1"0,3 7 0,1 1 0,1-9 0,0 13 0,10 40 0,-39 29 0,-9-5 0,-5 3-688,-6-6 1,0-1 687,6-8 0,1-1 0,-13 18 335,10-13-335,1-11 0,2-7 0,30 3 0,1-4 0,5 0 0,2 0 0,8-1 0,2 0 260,-25-6 0,-8-3 0,-7 0 0</inkml:trace>
  <inkml:trace contextRef="#ctx0" brushRef="#br0" timeOffset="11781">20453 1719 24575,'-25'32'0,"-1"-1"0,8-7 0,2 0 0,-1 0 0,3-1 0,6-2 0,6-15 0,4-2 0,48-10 0,-5 6 0,-11-4 0,0 0 0,3 4 0,-24 0 0,-6-7 0,-5-2 0,0-12 0,-2-15 0,0 7 0,0-1 0,-1 17 0,0 18 0,-1 14 0,2 17 0,0-10 0,0 3-728,0 2 1,0 1 727,0 5 0,0 0 0,0-7 0,0-1 0,0-1 0,0-2 0,0 1 0,2-11 0,2-14 0,-1-1 0,0-5 0</inkml:trace>
  <inkml:trace contextRef="#ctx0" brushRef="#br0" timeOffset="12899">21111 1741 24575,'-5'9'0,"1"-2"0,-5 14 0,4-11 0,-4 11 0,6-14 0,14 3 0,-1-7 0,8 0 0,-7-3 0,-5 0 0,2-4 0,-3 2 0,2-6 0,-2 2 0,-1-1 0,-3 2 0,-1-1 0,0 0 0,0-1 0,0 0 0,0 2 0,0-2 0,-1 2 0,-2-3 0,1 40 0,0-9 0,2 8 0,0 2-732,0 16 732,0-21 0,0-1-44,0 2 1,0-1 43,0 4 0,0-6 0,0-24 0</inkml:trace>
  <inkml:trace contextRef="#ctx0" brushRef="#br0" timeOffset="19773">20383 2700 24575,'0'24'0,"-3"0"0,2-6 0,-5 4 0,4-16 0,-1 5 0,3-7 0,4-2 0,6 0 0,-3-2 0,4 0 0,0 0 0,4 0 0,-1 0 0,-1 0 0,-5 0 0,2 0 0,-3 0 0,0 0 0,-3 0 0,2 0 0,-1 0 0,2-6 0,-4-26 0,1 15 0,-4-22 0,0 27 0,0-4 0,0 4 0,0 1 0,0 4 0,0 5 0,0 26 0,3 10 0,1-9 0,1 0 0,0 9 0,3-11 0,-6-11 0,-1-5 0,1 2 0,0 0 0,-1-4 0,1 3 0,-2-7 0</inkml:trace>
  <inkml:trace contextRef="#ctx0" brushRef="#br0" timeOffset="20708">20927 2504 24575,'0'29'0,"0"5"0,0-4 0,0 11 0,4-5 0,-3-6 0,5-4 0,2 0 0,-4 2 0,5-2 0,0 0 0,-2-3 0,3-4 0,-4-13 0,1-2 0,16-4 0,-6 2 0,11-2 0,-15 0 0,1 0 0,-5-4 0,8-6 0,-9 2 0,12-12 0,-14 14 0,5-7 0,-8 8 0,0 0 0,-2 1 0,-1-1 0,-4 3 0,-12 4 0,6 0 0,-13 11 0,7 1 0,1 2 0,1-2 0,5-3 0,-1 1 0,3-1 0,2 3 0,1-9 0,4 2 0,-2-5 0</inkml:trace>
  <inkml:trace contextRef="#ctx0" brushRef="#br0" timeOffset="22325">20456 3656 24575,'3'23'0,"-2"-7"0,-3 13 0,-2-14 0,3-1 0,1-9 0,15-3 0,5-2 0,9 0 0,-1 0 0,-8 0 0,4 0 0,-13 0 0,-1-7 0,-15-4 0,-2-5 0,-6-8 0,7 1 0,-2 4 0,2-2 0,2 12 0,1 0 0,3 6 0,0 18 0,3 4 0,2 19 0,1-14 0,2 10 0,2-6 0,-4-9 0,1 4 0,-5-17 0,0 1 0,0-3 0,0-2 0</inkml:trace>
  <inkml:trace contextRef="#ctx0" brushRef="#br0" timeOffset="23443">21053 3390 24575,'-17'11'0,"-5"5"0,-13 13 0,14-6 0,-4 11 0,15-4 0,2-5 0,3 2 0,5-11 0,4-4 0,4 4 0,16-1 0,0 0 0,5-4 0,4 4 0,-9-11 0,0 5 0,-4-6 0,-15-1 0,4 2 0,-3 0 0,-1 1 0,0 4 0,-2 9 0,-1-4 0,-2 9 0,0-12 0,0 0 0,-5 0 0,2-4 0,-4 4 0,-2-3 0,4-2 0,-6-1 0,1-3 0,-2-2 0,0 0 0,1 0 0,5 0 0,0-2 0,3-2 0,2 0 0,1-11 0,0 2 0,8-10 0,3 2 0,15-6 0,6-6 0,-7 7 0,1-8 0,-16 11 0,-1 0 0,-5-10 0,-2 9 0,-2-11 0,0 1 0,0 13 0,-2-6 0,-1 20 0,-1 0 0,2 5 0,0 2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1T02:20:17.741"/>
    </inkml:context>
    <inkml:brush xml:id="br0">
      <inkml:brushProperty name="width" value="0.05292" units="cm"/>
      <inkml:brushProperty name="height" value="0.05292" units="cm"/>
    </inkml:brush>
  </inkml:definitions>
  <inkml:trace contextRef="#ctx0" brushRef="#br0">12512 4913 24575,'0'35'0,"10"-5"0,4 1 0,2 0 0,2 1-1093,1-4 1,1 1 0,1-1 345,11 10 1,0-2 746,-3-4 0,-1-1 160,0-2 1,-2-3-161,-7-7 0,-1-2 1012,9 8-1012,-14-12 0,-7-4 0,5 8 2416,-5-5-2416,7 12 1021,-8-14-1021,2 1 0,-4-9 0,-2 2 0</inkml:trace>
  <inkml:trace contextRef="#ctx0" brushRef="#br0" timeOffset="552">12814 4716 24575,'-19'43'0,"0"-1"0,1 1 0,-2-3 0,-2 1 0,0 2 0,1-1 0,2 1 0,1 1 0,0-1 0,0 0-820,1-5 1,-1 0 0,1-1 0,2-3-152,-5 16 1,4-8 970,0 5 1572,8-23-1572,-8 7 846,13-30-846,-2-6 0,5-7 0,0 0 0</inkml:trace>
  <inkml:trace contextRef="#ctx0" brushRef="#br0" timeOffset="1256">12285 4567 24575,'47'0'0,"-2"-9"0,-13 8 0,4 2 0,0-3-1093,-3-3 1,-1-3 0,2 3 146,8 3 1,1 3 0,1-3 945,-4-4 0,1-2 0,2 2 0,-2 4 0,3 2 0,0 1 0,-2-2 364,6-2 0,-2-1 0,0 1-364,-4 2 0,-1 0 0,-4 1 0,0 0 0,-10-1 0,-19-1 0</inkml:trace>
  <inkml:trace contextRef="#ctx0" brushRef="#br0" timeOffset="21895">13354 11447 24575,'0'0'0</inkml:trace>
  <inkml:trace contextRef="#ctx0" brushRef="#br0" timeOffset="22394">14415 14232 24575,'17'2'0,"-8"0"0,6-2 0,-11 0 0</inkml:trace>
  <inkml:trace contextRef="#ctx0" brushRef="#br0" timeOffset="31802">13562 7691 24575,'0'-40'0,"0"1"0,-13-1 0,-8-2 0,-6 0 0,4 10 0,-4-1 0,-2 0 0,-3 0 0,-2 1-547,-1 1 1,-4 0 0,-1 0 0,-2 2 0,0 1 0,1 2-1,2 4 1,1 3 0,-1 0 0,0 2 0,0 1 0,0 0-110,-7-2 1,0 1-1,1 1 1,0 2 0,4 3 151,-6 2 1,2 4-1,1 1 504,1 0 0,0 0 0,1 2 0,0 1 0,1 1 0,1 1 0,3-1 0,1 1 0,-2 2 0,-3 4 0,-2 2 0,1 2 0,2 4 0,0 3 0,0 2 0,7-4 0,-1 2 0,-1 2 0,-2 3 0,5-1 0,-2 2 0,-1 3 0,-1 2 0,-1 0 0,1 2 0,1-1-208,3-1 0,-1 1 1,1 0-1,0 0 1,0 3-1,0 0 1,1 2-1,-1 1 208,4-3 0,0 2 0,0 0 0,-1 2 0,1 1 0,0 0 0,0 2 0,1 0 0,1 1 0,1 1 0,1 1-191,2-3 1,1 1-1,0 1 1,1 1-1,0 1 1,1 0-1,0 1 1,2 0-1,0 2 1,0-1-1,2 2 1,0-1-1,2 2 191,2-6 0,0 2 0,2 0 0,0 1 0,1 1 0,0 0 0,1 0 0,1 1 0,0 0 0,0 0 0,1 1 0,0-1 0,1 0 0,-1 0 0,1 0 0,0-1 0,-1 3 0,1 0 0,1 0 0,-1-1 0,2 1 0,-1 0 0,1 0 0,0 0 0,1 0 0,-1 0 0,2 0 0,-1 0 0,1-1 0,0 1 0,0 0 0,1-1 0,0 1 0,1 0 0,0 0 0,0 0 0,1 0 0,0 1 0,0-2 0,1 1 0,-1-1 0,1 0 0,0-1 0,0-1 0,0 0 0,0-2-83,1 8 1,1-1 0,-1-1 0,1-1 0,0-1 0,1 0 0,-1 0 0,1-1-1,-1-1 1,1 1 0,-1-1 82,1 1 0,0-1 0,-1 0 0,1-1 0,0-1 0,0 1 0,0 0 0,0 0 0,0 0 0,-1 1 0,1-1 0,-1 1 0,1 0 0,0 1 0,-1-1 0,1 1 0,-1-1 0,1 0 0,-1-1 0,0-1 0,1-1 0,0 6 0,0-1 0,1-2 0,-1 0 0,0 0 0,0-1 0,0 2 0,0 1 0,-1-1 0,1 1 0,-1 2 0,0 0 0,-1-1 0,1 0 0,0-1 0,1-2 0,-1-2 0,3 6 0,-1-2 0,0-3 0,1 0 0,0 0 0,0 2 0,0-5 0,-1 0 0,1 1 0,0 0 0,0 0 0,1-1 0,-1 0 0,2 6 0,1-1 0,-1 0 0,1-1 0,0 1 0,2 0 0,-1-5 0,1 0 0,1 0 0,0 0 0,1 0 0,-1-1 0,0 0 0,1 6 0,1-1 0,-1 0 0,0-1 0,1 0 0,1 0 0,1-4 0,0 1 0,0-1 0,1-1 0,0 0 0,1-2 0,2 5 0,2-2 0,0 0 0,-1-2 0,-1-1 198,1 1 1,-1-1-1,-1-2 1,1-2-199,4 2 0,1-3 0,-2 0 757,-6-2 0,-1 0 0,0-3-757,10 6 0,1-1 0,-4-8 0,2 0 0,0-3 0,9 3 0,3-5 664,-7-6 1,3-2 0,-2 0-665,11 6 0,1-3 0,-7-7 0,2-1 0,-1 0 666,-1 2 0,0 2 0,1-3-666,2-1 0,0-3 0,4 0 0,-6-2 0,2 0 0,2-1 0,0 0 0,-1-1-337,7-1 1,-1-2 0,0 0 0,1 0 336,-7 1 0,2 1 0,-1 0 0,1-2 0,-2-2 0,8-4 0,-1-3 0,-2-1 0,-2-1-753,3-1 0,-4-2 0,1-3 753,-8 1 0,1-2 0,-1-1 0,-1-2 0,-1 0 0,-1-1 0,0-1 0,-1-1 0,0 0 0,1-2 0,-2 0 0,-1-2-342,-2-1 0,-1-1 0,-2-3 0,0-1 342,-4 2 0,-1-1 0,-1-2 0,-1-1 0,0-1-185,-3 2 1,-1 0-1,-1-2 1,0 0-1,-1-1 1,-1-2 184,0-3 0,-1 0 0,-1-1 0,-1-2 0,-1-3 0,1-3-21,-4 13 1,0-2 0,0-2 0,0-1 0,0-2 0,-1-1 0,0 0 0,-1-2 0,0 0 0,-1-1 0,0 0 0,-1 1 20,-2 6 0,1-1 0,-1 0 0,0 0 0,-1 0 0,0-1 0,-1-1 0,0 1 0,0-2 0,-1 0 0,0 0 0,0-1 0,-1-1 0,0 0 0,-1-1 0,1-1-23,-1 10 0,1-2 0,-1 1 1,1-2-1,-2 1 0,1-2 1,-1 0-1,0 0 0,0-1 1,0 0-1,-1 0 0,0 0 1,0-1-1,0 0 0,0 0 1,-1 0-1,0 0 0,0 0 1,0 0-1,-1 0 0,0 0 1,1 0-1,-2 1 0,1 0 23,0 0 0,-1 0 0,0-1 0,0 1 0,-1-1 0,0 0 0,0 0 0,-1 0 0,1 0 0,-1 0 0,0 0 0,0 0 0,0 0 0,-1 0 0,1 0 0,-1 1 0,0-1 0,1 1 0,-1 0 0,0 1 0,0 0 0,0 0 0,0 1 0,0 0 0,0 1-10,0-3 1,-1 0 0,0 0 0,-1 0 0,1 1 0,0 0 0,-1 1 0,1-1 0,-1 1-1,1 0 1,-1 1 0,0-1 0,0 1 0,0 1 0,0 0 0,0 0 0,0 0 0,0 1-1,0 0 1,0 1 0,-1 0 9,-1-7 0,-1 1 0,-1 0 0,1 1 0,-1-1 0,0 1 0,0 1 0,1 0 0,-1 1 0,0 1 0,1 0 0,0 2 0,1 0 0,0 2 0,0 1 0,1 1 0,-5-14 0,-1 3 0,2 2 0,0 2 0,1 1 0,0 2 0,1-1 0,0 1 0,-2-5 0,0 1 0,1 1 0,1 1 0,0 1 0,0 2 97,1-1 1,-1 2 0,2 1 0,-1 1 0,2 1-98,-2-5 0,1 1 0,1 1 0,-1 3 757,0 0 0,-1 3 0,2 3-757,2 0 0,1 3 819,-8-12 0,17 32 0,2 7 0</inkml:trace>
  <inkml:trace contextRef="#ctx0" brushRef="#br0" timeOffset="33186">27534 8427 24575,'3'-38'0,"0"-1"0,-1-2 0,-8-5 0,-5 12 0,-5-6 0,-4-2 0,-3-1 0,0 1 0,1 3-656,-1 2 1,0 3-1,-1 1 1,-2-1 0,-3-2 245,1 4 0,-1-2 1,-3-1-1,-2-1 1,0 1-1,0 0 0,-1 3 1,2 2-138,-5-2 1,-1 2 0,1 3 0,-1 0 0,0 1 0,-2 0 77,4 3 1,0 1 0,-2-1 0,1 2 0,-1 0 0,0 0 0,0 0 289,1 2 1,-1-1 0,0 1 0,0 1 0,0 0 0,1 0 0,-1 1 178,-5-2 0,2 0 0,-1 1 0,-1 1 0,0 1 0,-1 1-175,2 2 1,-2 2-1,0 1 1,-1 0 0,1 1-1,0 1 1,2-1 174,-2 0 0,2 0 0,1 1 0,0 0 0,-1 3 0,1 2 211,-2 3 1,0 1-1,0 2 1,0 2-1,2 3 1,1 3-212,-4 6 0,2 4 0,2 3 0,0 4 0,2 1 0,5-1 0,1 3 0,1 2 0,1 1 0,0 3 0,0 2 0,4-3 0,-1 4 0,1 1 0,0 2 0,1 0 0,0 0 0,0-1 0,0-1 0,1-1 0,-1-1 0,1 0 0,0-1 0,1 1 0,0 0 0,0 2 0,1-1 0,1 2 0,0 1 0,0 0 0,1 0 0,0-1 0,0 0 0,1-2 0,-2 4 0,1-1 0,1-1 0,0-1 0,0 1 0,0 1-146,3-4 1,-1 0 0,1 1 0,0 0 0,0 0 0,1 1-1,0 0 146,-1 0 0,1 1 0,1 0 0,0 0 0,0 1 0,0 0 0,1 1-133,1-2 1,1 0-1,0 1 1,1 0-1,-1 1 1,1 0 0,1 1-1,-1 1 133,2-1 0,-1 1 0,1 0 0,1 1 0,-1 1 0,1 0 0,0 1 0,1 0 0,-1 1 0,1-4 0,0 1 0,1 0 0,-1 1 0,0 0 0,1 1 0,0 0 0,1 1 0,0-1 0,1 1 0,1 0 0,0-2 0,2 1 0,0 0 0,0 0 0,1 0 0,1 1 0,0 0 0,0 0 0,1 1 0,-1 0 0,1 0 0,0 0 0,0-3 0,-1 1 0,1 0 0,-1 0 0,1 1 0,0-1 0,1 1 0,0 0 0,0 1 0,1-1 0,0 0 0,2 0 0,0 0 0,0 0 0,2-2 0,0 0 0,2 0 0,-1 0 0,2 0 0,0-1 0,0 1 0,1 0 0,0 0 0,1 0 0,-1 0 0,1 0 0,0 0 0,0 0 0,-1 0 0,0-3 0,1 1 0,-1-1 0,0 1 0,1 0 0,0-1 0,0 1 0,0-1 0,0 1 0,1-1 0,0 1 0,0-1 0,0 0 0,0 1 0,1-1 0,0 0 0,0 1 0,0 0 0,1 0 0,-1-1 0,1 1 0,0 0 0,0-1 0,1 1 0,0-1 0,0 1 0,0 0 0,1 0 0,0 0 0,1 0 0,-1 0 0,2 1 0,-2-4 0,1 1 0,0 0 0,1 1 0,0-1 0,1 1 0,0 1 0,0-1 0,0 0 0,1 0 0,-1 0 0,1-1 0,-1 1 0,0-1 0,0-1 0,-1-1 0,1 0 0,-2 0 0,0-2 0,4 8 0,-1 0 0,0-2 0,-1 0 0,0-2 0,0 1 0,0-1 0,0-1 0,0 1 0,0 0 0,1 0 0,0 0 0,1 1 0,-1-2 0,1 2 0,1-1 0,0 1 0,0 0 0,0 1 0,1-2 0,-1 1 0,1-1 0,-1-1 0,0-1 0,-1-1 0,0-1 0,0-2 0,4 8 0,0-2 0,0-2 0,-1 0 0,0-2 0,-1-1 0,1 0 0,0-1 0,-1 0 53,1 0 0,0-2 1,-1 0-1,1-1 1,-1-1-1,1 1 0,0 1 1,1 0-54,1 3 0,2 2 0,-1 1 0,1-1 0,0 0 0,0-1 0,0-2 0,-2-2 31,3 0 1,-1-2 0,-1-1-1,1-2 1,-1-1 0,1-1-32,2 2 0,1 0 0,-1-2 0,0-2 0,0-3 0,11 2 0,-2-5 0,1-1 560,-4-3 1,0-2 0,4-1-561,1-2 0,4 0 0,1-1 0,-4-2 0,-1-2 0,-3-1 0,3-1 300,1 0 1,3 0 0,0-2 0,-4-1-301,-2-4 0,-4-1 0,2-2 0,5-1 0,1-1 0,0-3 0,-7-2 0,1-1 0,0-3 0,1-1-144,0 1 1,1-2 0,1 0 0,1-1 0,0-1 143,-3 1 0,0 1 0,0-2 0,1 1 0,0-2 0,0-1-40,-3 1 0,1 0 1,-1-1-1,1-1 0,0 0 1,-1-1-1,0-1 40,0 1 0,-1 0 0,0-1 0,-1-1 0,1-1 0,-1-3 0,1-2 0,-5 2 0,0-3 0,1 0 0,0-3 0,0-1 0,-1-1 0,0-1 0,-1-1 0,-1-2 0,-1 0-134,-4 5 0,-2 0 1,0-2-1,0-1 1,-1 0-1,-1-1 1,0-1-1,0-1 0,-1 0 1,0-1-1,0-1 1,-1 0-1,0 0 134,-1 2 0,0 0 0,-1 0 0,1-2 0,-1 1 0,0-2 0,-1 0 0,0 0 0,0-1 0,-1 0 0,0-1 0,-2 0 0,0 0 0,-1-1 0,-1 0 0,-1-1-41,-1 4 0,-1-1 1,-2 0-1,1-1 1,-2-1-1,0 0 1,0 0-1,-1-1 1,-1 0-1,0 0 1,-1 0-1,0 0 0,-1 0 1,0 1-1,0-1 1,-1 2-1,0-1 1,0 2-1,-1 0 41,1-4 0,-2 1 0,0 0 0,0 1 0,-1 0 0,-1 0 0,0 0 0,0 1 0,-1 0 0,0-1 0,-1 1 0,0 0 0,-1 0 0,0 0 0,-1 0 0,0-1 0,-1 3 0,0-1 0,0 0 0,-2 0 0,1 0 0,-1 0 0,-1 0 0,0 0 0,0 0 0,-1 0 0,0 1 0,0 0 0,0 1 0,-1 0 0,1 1 0,-1 0 0,1 1 0,-4-6 0,1 0 0,-1 1 0,-1 1 0,0 0 0,0 1 0,0 0 0,-1 1 0,1 0 0,0 0 0,0 0 0,0 1 0,0-1 0,1 0 0,-1 0 0,1 0 0,0 0 0,0 1 0,0 0 0,0 0 0,0 0 0,0 0 0,-1 1 0,1 0 0,0 0 0,-2-1 0,0 0 0,0 0 0,0 0 0,-1 0 0,1 1 0,0 0 0,0 0 0,1 1 0,0 0 0,1 1 0,-1-3 0,0 0 0,1 0 0,1 1 0,0 1 0,-1 0 0,1 0 0,0 0 0,0 1 0,-2-2 0,1 0 0,-1 0 0,1 1 0,-1 0 0,1 1 0,0 0 0,0 0 0,0-2 0,0 1 0,0 0 0,0 1 0,0 0 0,0 0 0,-1 0 0,0 0 0,0 1 0,0-1 0,-1 1 0,1 0 0,-1 0 0,0 1 0,-1-4 0,0 0 0,-1 1 0,1 0 0,-1 1 0,-1 1 0,-3-3 0,0 2 0,-1 0 0,0 1 0,0 1 96,3 2 1,0 1 0,0 0 0,1 1-1,-1 2-96,-1-1 0,1 2 0,0 1 0,1 2 631,1 0 1,1 1 0,2 3-632,0-3 0,4 5 801,1 5 1,13 14 0,-2 3-1</inkml:trace>
  <inkml:trace contextRef="#ctx0" brushRef="#br0" timeOffset="85201">19089 3597 24575,'22'-23'0,"0"-10"0,2-9 0,-8 7 0,1-5 0,-1-2 0,0-1-656,-2 2 1,1-3-1,0 0 1,-2-1 0,-1 3-165,0-5 1,-2 2 0,-1 0 0,-1 1-1,1 3 1,-1 0 0,-1 2 0,-1 4 1924,0-1 0,-1 6-1105,4-7 1587,-6 33-1587,-3 36 0,0-2 0,0 3-1061,0 13 1,0 4 1060,0-15 0,0 2 0,0 1 0,0 0 0,0 3 0,0 0 0,0-1 1092,0 6 0,-1 0 0,2 0-756,4 2 1,2 1 0,-1-6-337,-4-1 0,3-7 0,15 2 0,-16-29 0,5-7 0,2-1 2857,4-4-2857,1-16 0,4-8 0,-6 2 0,1-3 15,1-1 0,2-3-15,3-8 0,2-6 0,-1 2-1093,-3 8 1,-1 2 0,-1-2 972,0 1 1,-1-1 0,1-1 0,-2 2 119,2-6 0,-2 2 0,-2 1 0,-1-10 0,-3 2 0,1 7 0,-2 5 0,-6 9 0,-2 72 0,0-9 0,0 5-677,-1-5 0,1 3 1,1 0 676,6 1 0,2 0 0,0 0 0,-3-2 0,0-1 0,3 2 0,5-1 0,4 3 0,0-2 0,0-1 955,0 0 1,0-2 0,-1-1-956,0 4 0,0-1 0,-1-7 0,1-8 0,-4-6 0,-9-10 0,-4-10 0</inkml:trace>
  <inkml:trace contextRef="#ctx0" brushRef="#br0" timeOffset="85799">20424 3671 24575,'5'2'0,"24"14"0,2 9-1071,-3-2 1,6 7 0,1-1 1070,2 1 0,2-1 0,-1 1 0,-9-4 0,1 0 0,-2 0 0,0-2 0,3 1 0,-1-3 0,-5-3 0,5 8 0,-28-26 0</inkml:trace>
  <inkml:trace contextRef="#ctx0" brushRef="#br0" timeOffset="86311">20724 3577 24575,'-19'17'0,"-6"15"0,12 5 0,-1-11 0,-3 4 0,1 11 0,-2 4-1093,0-8 1,-1 2 0,0-1 0,3-3 0,1 0 1,0-1 1091,0-1 0,1-2 0,1-3 1910,-7 13-1910,12-22 1051,0-3-1051,11-11 0,2-4 0,1-10 0,0 4 0,-4-5 0</inkml:trace>
  <inkml:trace contextRef="#ctx0" brushRef="#br0" timeOffset="86963">20265 3516 24575,'40'0'0,"0"0"0,7 0 0,3 0 0,-8 0 0,2 0 0,0 0-1093,0 0 1,-1 0 0,1 0-1,2 1 1,-1-1 0,-1-1 923,-8-3 1,-1-1 0,-2 0 1183,17 0 0,-5-2-1015,-19-3 0,-3 1 282,7-1 0,-25 6 0,-7 4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1T02:21:25.187"/>
    </inkml:context>
    <inkml:brush xml:id="br0">
      <inkml:brushProperty name="width" value="0.05292" units="cm"/>
      <inkml:brushProperty name="height" value="0.05292" units="cm"/>
    </inkml:brush>
  </inkml:definitions>
  <inkml:trace contextRef="#ctx0" brushRef="#br0">9808 14518 24575,'33'0'0,"-16"-2"0,9-2 0,3-1 0,-5 0 0,2-1 0,5-2 0,3-2 0,2 0-696,3-4 1,2-1-1,0 0 696,2 1 0,0-1 0,-2-1 0,-5-1 0,-2 0 0,-1-1 0,-2 1 0,0-1 0,-4 2 0,1-1 0,-2 0 0,10-12 0,-1 0 0,-14 12 0,-1 1 0,7-5 0,1-1 0,-4 1 0,0 2 0,4 1 0,1 1 0,-5-4 0,-1 1 0,3 1 0,-1 0 0,-5 2 0,0-1 0,4-3 0,0-1 0,-1 4 0,0-2 0,4-6 0,0-1 0,0 2 0,1-1 0,-1 1 0,3-2 0,1 0 0,1 0 0,2-1 0,-1 0-1058,-1-2 0,0 0 0,0 1 1058,-2 3 0,-1 0 0,-1-1 0,1-5 0,-1-2 0,-1 1 0,-2 2 0,-1 0 0,1 0 0,2-2 0,1-1 0,-1 2 0,-4 3 0,-1 0 0,-1 2-161,4-3 0,-1 1 161,1-3 0,0-1 0,6-3 0,0-1-713,-10 11 0,1-1 1,0 0 712,0 0 0,-1 0 0,1 0 0,1-1 0,1-1 0,-2 1 0,7-9 0,0-1 0,-7 9 0,0-2 0,0 1 0,-2 2 0,-1 1 0,1 0 0,8-12 0,1-1 0,-8 8 0,0 0 0,1 1 0,7-5 0,1 0 0,-7 7 0,0-2 0,2-1-162,3-2 0,1-2 0,0 0 162,-4 5 0,0-1 0,0 0 0,-1 0 0,4-5 0,-1 0 0,1 1-27,-4 6 0,1-1 0,0 1 0,-3 3 27,5-7 0,0 1 0,-5 8 0,1 0 0,0 1 0,2-2 0,0 1 0,0 0-83,4-7 0,1 1 83,7-3 0,-2 1 0,-13 11 0,0 1 473,7-9 1,0 1-474,-7 7 0,0 0 0,7-7 0,2-2-201,-3 3 1,0 0 200,6-5 0,-1-1 0,-3 0 0,-1 0 0,4-3 0,1 0 0,-5 1 0,0-1 0,3 0 0,0 0 55,-9 10 0,0 0 0,0 0-55,-1 1 0,-1 0 0,2-3 0,3-3 0,1-3 0,2-1 0,0 1-60,-1 1 0,0-1 0,1 1 0,1-2 60,-3 3 0,0-2 0,1 1 0,0 0 0,-1 2 0,1-2 0,0 2 0,-1 1 0,-1 1 0,1-2 0,-1 2 0,0-1 0,3-3 0,1 1 0,1 0-9,-2 1 1,1 1 0,1-2 8,-4 1 0,1-1 0,0 0 0,-2 3 0,2-1 0,-1 2 0,-1 0 40,-2 1 0,0 1 1,-2 1-41,4-1 0,-1 1 0,2 1 0,1-1 0,2-3 0,0-2 0,-2 3 0,0 0 0,0 0 0,0 0 0,5-5 0,0 0 0,-2 7 0,0-1 0,3-6 0,0 0 0,1 7 0,1 0 0,-6-1 0,2-1 0,1-1 0,2 3 0,2-1 0,2 0 0,-3-1 0,2-1 0,1 0 0,-1 0 0,-2 3 0,-1 0 0,0 0 0,1 1 0,1 0 0,2 1 0,0 1 0,-1 0 0,-1 2 0,1 0 0,-2 1 0,0 2 0,4-1 0,-2 2 0,1 1 115,1 3 1,1 1 0,-3 2-116,4-1 0,-2 2 0,4 3 0,0 2 114,-5 1 0,0 0-114,7 0 0,1 1 0,-5 2 0,-1 0 0,4 0 0,0 0-246,-12 0 1,1 0-1,-1 0 246,13 0 0,-1 0 0,3 0 0,0 0 0,-4 0 0,0 0 0,-1 0 0,2 0 27,0 0 1,4 0 0,1 0-28,-9 0 0,1 0 0,1 0 0,1 0 0,-2 0 0,3 0 0,0 0 0,-1 0 0,0 0-369,4 0 1,-1 0-1,0 0 1,-2 0 368,-4 0 0,-1 0 0,0 0 0,0 0 0,0 1 0,0 0 0,0 0 0,-3 1-266,2 3 0,-3 0 0,2 1 266,9-1 0,3 0 0,-3 3 0,-11 1 0,-3 2 0,1 0 0,2-2 0,1 0 0,-1 1 0,0 0 0,1 1 0,-1 0 0,2 2 0,1 0 0,-1-1 0,1 0 0,0-1 0,0 1 0,1 2 0,1 0 0,0 1-276,4 0 0,0 0 0,0 0 276,-4 2 0,-2 0 0,1 0 0,3 1 0,-1-1 0,1 0 0,0-1 0,-1 1 0,1 0 0,-3-1 0,-1 0 0,2 1 0,0 0 0,3 0 0,0 1 0,0 1-99,0 2 0,0 1 1,0 1-1,1 1 99,-5-2 0,0 0 0,0 1 0,0-1 0,-2-1 0,5 1 0,-1 0 0,-2-1 0,-3 1 266,4 6 0,-4 1 1,-1-3-267,-4-7 0,-1-2 0,-2 2 0,-3 2 0,-1 3 0,1-1 0,6-1 0,1 0 0,1 1 0,-1 0 0,-1 1 0,2 0 0,1 1 0,0 1 0,0-1-72,-2-2 0,0-1 1,1 1 71,3 5 0,0 0 0,0-1 0,-3-2 0,-1-1 0,1 0 0,1 2 0,1 0 0,-1 0 0,1 2 0,-1 1 0,0-2 0,-3-4 0,0 0 0,-1-1 230,2 4 0,0 0 0,0-2-230,7 1 0,-1-1 291,-4 6 1,-1 0-292,-5-9 0,0-1 0,-2 4 0,-1 0 1056,-7-6 1,0-1-1057,8 5 0,-1 2 1501,-4 1 0,0 1-1501,5 4 0,3 2 0,-7-7 0,0 2 0,0-1 292,9 12 0,-1-1-292,0-1 0,-2-1 0,-5-7 0,-1-1 430,-5-4 0,0-1-430,-2 0 0,-1 1 0,3-1 0,0 3 0,7 12 0,0 0 0,-7-12 0,-1 0-610,8 12 1,-2 0 609,-6-11 0,-2-1 0,0 3 0,-1 0 0,3 0 0,-1 1 0,-3-1 0,1-1 0,5 2 0,0-1 0,-2 0 0,1 1-201,1 1 0,3 3 1,-1 0 200,-3-5 0,0 0 0,1 2 0,4 13 0,0 2 0,-1-4 64,2-1 1,-2-2-65,1 6 0,0-3 0,-6-14 0,-1-2-154,-1 3 1,0 1 153,3 0 0,1 1 0,-2 1 0,1 1-205,3 3 0,-1 0 205,1 1 0,-1 0 0,3 5 0,-1 0 0,-7-12 0,0 1 0,8 8 0,-1-2-206,0 3 206,-3-8 0,-1 0 0,5 12 0,-7-17 0,0-1 0,-2 0 0,-2-2 1710,9 13-1710,-5 1 0,2 3 0,0 3 0,2 3-53,-4-14 0,2 2 1,0 1-1,0-1 53,3 11 0,-1 1 0,1-4-42,-1-8 1,0-2 0,-1-1 41,-1 9 0,-1-2 0,4-1 0,1 0 0,-2 1 0,0 1 0,1 1 0,1 1 0,-2-3 0,-1-2-57,-10-11 1,1-1 56,5 4 0,1 1 0,2 3 0,0-1 0,-1-5 0,0 1 0,0 0 0,-1 1 0,0-3 0,-1-1-222,3 14 222,-4-15 0,2-1 0,10 15 0,0 1 637,-9-18 0,0 0-637,1 8 0,1 0 968,6-1 0,1-1-968,0 9 0,-1-1 0,-5-11 0,0-2 0,9 13 1153,-4-12-1153,-10-12 284,8 9-284,-6-10 0,-3-1 0,13 5 0,-10-7 0,16 9 0,-3-4 0,6 2 0,-1 1 0,-13-9 0,6 8 0,0-8 0,1 4 0,3 2 0,-2-3 0,1 1 0,15 5 0,2 2-1295,-2 0 0,0 0 1295,-4-2 0,2 1 0,3 2 0,-1-1 0,-8-7 0,0-2-915,3 3 0,0 0 915,1-3 0,-1 1 0,-3-1 0,0 1 0,2 0 0,0 0 0,-2 0 0,1-1 0,1-5 0,2 1 0,-1 4 0,0 0 0,0-4 0,0 1 0,-3 3 0,0 0 0,3-1 0,-1-1 0,-4 2 0,-2 0 0,-6-3 0,1-1 0,17 1 0,3 0 0,-6-1 0,3-1-392,1 0 0,4-1 0,0 2 392,-2 0 0,0 0 0,0 1 0,-11-1 0,1 1 0,-2 0 0,0-1 0,2-1 0,-2 0 0,0 1 0,11 3 0,-3 0 0,-14-3 0,-1-1 987,-1 1 1,-3-1-988,12 2 1921,1-4-1921,-27 0 0,4 0 0,-11 0 1484,9 0-1484,1 0 0,-2 0 0,-2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6-21T03:16:35.671"/>
    </inkml:context>
    <inkml:brush xml:id="br0">
      <inkml:brushProperty name="width" value="0.05292" units="cm"/>
      <inkml:brushProperty name="height" value="0.05292" units="cm"/>
    </inkml:brush>
  </inkml:definitions>
  <inkml:trace contextRef="#ctx0" brushRef="#br0">14891 13777 24575,'5'-1'0,"0"0"0,0 1 0,3-2 0,2 2 0,4-1 0,3-1 0,3 1 0,-2 1 0,3-1 0,-4 1 0,2-1 0,-2 0 0,3 1 0,-2-1 0,4 0 0,-5 1 0,2 0 0,-6 0 0,-1 0 0,-3 0 0,3 0 0,1 0 0,2 0 0,0 0 0,-3 0 0,1 1 0,-2-1 0,1 1 0,-1-1 0,2 0 0,0 0 0,0 0 0,-4 0 0,-1 0 0,-4 0 0,0 0 0,-2 0 0,1 0 0,-2 0 0,2 0 0,1 1 0,-1-1 0,1 0 0,-3 1 0,0-1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32:36.847"/>
    </inkml:context>
    <inkml:brush xml:id="br0">
      <inkml:brushProperty name="width" value="0.05292" units="cm"/>
      <inkml:brushProperty name="height" value="0.05292" units="cm"/>
    </inkml:brush>
  </inkml:definitions>
  <inkml:trace contextRef="#ctx0" brushRef="#br0">20605 13986 24575,'6'12'0,"1"3"0,7 8 0,1 0 0,5-1 0,-3-6 0,-3-6 0,-5-4 0,-5-5 0,-4-1 0</inkml:trace>
  <inkml:trace contextRef="#ctx0" brushRef="#br0" timeOffset="496">20700 13955 24575,'-17'15'0,"-5"5"0,-4 6 0,-1 3 0,-3 5 0,8-6 0,2-1 0,9-10 0,5-6 0,4-8 0,2-2 0,9-16 0,-6 10 0,7-10 0</inkml:trace>
  <inkml:trace contextRef="#ctx0" brushRef="#br0" timeOffset="1103">20463 13896 24575,'16'-3'0,"16"-3"0,4-2 0,-10 4 0,-1-1 0,12 0 0,-5 0 0,-12 2 0,-8 2 0,-6 0 0,-4 1 0,-1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1T02:24:23.594"/>
    </inkml:context>
    <inkml:brush xml:id="br0">
      <inkml:brushProperty name="width" value="0.05292" units="cm"/>
      <inkml:brushProperty name="height" value="0.05292" units="cm"/>
    </inkml:brush>
  </inkml:definitions>
  <inkml:trace contextRef="#ctx0" brushRef="#br0">28354 7035 24575,'16'-25'0,"0"0"0,1-6 0,-1-1 0,-3 0 0,-1-2 0,0-2 0,0 1 0,-3 3 0,-2 1 0,-2 2 0,0-1 0,0 0 0,-1 6 0,-4 14 0,3 35 0,-3 20 0,4-12 0,0 0 0,1 13 0,4-17 0,0-2 0,-2-1 0,4-1 0,-2-23 0,6-13 0,8-23 0,-13 8 0,-1-1-204,2-6 0,0-3 204,-4 1 0,-1-3 0,1 0 0,4-1 0,2 1 0,-2-1 0,-2-1 0,-1 1 0,0 2 0,4-4 0,0 7 0,1 11 0,-9 28 0,10 12 0,6 13 0,7 9-778,-9-14 0,2 2 778,1-2 0,1 3 0,-1 1 0,2 2 0,1 1-45,1-2 0,1-1 1,0 1 44,-2 0 0,0 0 0,-1-2 0,4 3 0,-4-5 0,-8-8 0,-11-13 0</inkml:trace>
  <inkml:trace contextRef="#ctx0" brushRef="#br0" timeOffset="5816">30057 9570 24575,'6'38'0,"-1"0"0,4-5 0,1-3 0,0-3 0,2-4 0,17 6 0,-16-19 0,5-5 0,-9-3 0,6-2 0,-6 0 0,2 0 0,-5 0 0,0 0 0,3-5 0,-2 1 0,3-9 0,-3 1 0,2-9 0,-5 7 0,2-12 0,-6 5 0,0-14 0,0 13 0,-4-16 0,0 26 0,-5-14 0,2 19 0,-16-12 0,13 13 0,-13-6 0,11 11 0,3 1 0,0 0 0,-2 0 0,6 0 0,-4 0 0,3 0 0,10 0 0,43 0 0,-10 0 0,5 0-1093,-3 0 1,3 0 0,1 0 825,4 0 0,1 0 1,-1 0 266,-5 0 0,0 0 0,0 0-258,0-1 1,1-1-1,-1 0 258,0-1 0,0 0 0,-5-1 0,-2 1 0,-4-1 0,5-1 0,-10 2 0,-25 3 0</inkml:trace>
  <inkml:trace contextRef="#ctx0" brushRef="#br0" timeOffset="15300">8915 10746 24575,'0'-32'0,"-2"14"0,1-1 0,-2 15 0,2 0 0,-1 3 0,2 13 0,4 6 0,1 4 0,-1 0 0,1-1 0,-3-7 0,-2 12 0,5-6 0,-4-3 0,2 3 0,-1-13 0,4-9 0,3-17 0,3-22 0,0-7 0,0 7 0,-2 9 0,0 16 0,-3 5 0,1 3 0,0 0 0,6-6 0,-4 6 0,4-4 0,-3 8 0,-2-1 0,9 0 0,-5 3 0,3 0 0,-7 2 0,1 0 0,-5 2 0,3 5 0,-6 3 0,0 6 0,-2 5 0,0-4 0,0 4 0,0-9 0,0 9 0,0-8 0,0 9 0,0-1 0,0-4 0,0 8 0,0-5 0,2-2 0,5 7 0,-4-11 0,4 0 0,-7-9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1T02:25:21.842"/>
    </inkml:context>
    <inkml:brush xml:id="br0">
      <inkml:brushProperty name="width" value="0.05292" units="cm"/>
      <inkml:brushProperty name="height" value="0.05292" units="cm"/>
    </inkml:brush>
  </inkml:definitions>
  <inkml:trace contextRef="#ctx0" brushRef="#br0">30507 17332 24575,'-30'-17'0,"6"5"0,-4-2 0,-14-8 0,-4-2-1093,9 7 1,-1 0 0,2 1 232,-2-1 0,1 2 860,-1 3 0,5 1 1513,4-1-1513,6 10 811,2-4-811,5 6 0,4 0 0,-8 0 2673,-6 0-2673,-10 0 0,-6 0-569,-6 0 569,5 0-25,5 4 1,-2 3 24,7 2 0,1 2 0,-14 4 0,0 1 0,12-4 0,1 0 0,4 1 0,0-2 0,5-5 0,-1-1 0,-5 7 0,-1 0 0,7-5 0,0 0 0,-2 3 0,3 0 567,-2-2-567,-2 4 51,6-2-51,-13 6 0,11-4 0,2 0 0,-1 1 0,3 2 0,-15 9 0,1 8 0,8-9 0,-5 11 0,20-1 0,-5 2 0,10-8 0,3 0 0,0 10 0,2-1 0,0-16 0,0-9 0,0-5 0,0 2 0,3 0 0,-2-2 0,5 2 0,-4 1 0,7 7 0,2 7 0,6 5 0,2 5 0,1-4 0,2-1 0,-8-11 0,-2-5 0,7 7 0,-12-12 0,12 12 0,-9-12 0,5 8 0,3 1 0,-2-4 0,4 7 0,-1-10 0,14 18 0,9-4 0,-8-1 0,11-2 0,-19-4 0,0-4 0,2 0 0,-2 1 0,2-1 0,9 4 0,3 0 0,-1-3 0,0-1 0,-12-3 0,-1 0-233,4 0 0,-2-3 233,8-5 0,13 3 0,-21-4 0,-1 0-466,1-1 0,0 2 466,2 1 0,1 0 0,-3-1 0,1-1 0,4 2 0,1 0 0,-6-1 0,1-2 0,1 1 0,1 0 0,18 0-358,-1 0 358,-12 0 0,-1 0 0,-10 0 0,3 0 0,4 0 0,1 0 218,7 1 0,0-2-218,-1-4 0,-2-3 0,-5 2 0,-4-1 0,7-11 936,-8 5-936,-14 2 384,6-16-384,-5 9 0,11-23 0,-19 31 0,9-22 0,-12 24 0,3-19 0,-5 8 0,13-12 0,-11 11 0,8-22 0,-11 8 0,0-10 0,0-6 0,0 6 0,0 18 0,0 1 0,-2-13 0,-2 1 0,-1 20 0,-2-10 0,-4-1 0,4 3 0,-1-2 0,3 12 0,-6-9 0,3 7 0,-5-3 0,8 8 0,1 4 0,-2 0 0,2 2 0,-4-2 0,2 2 0,0 1 0,-2 2 0,4 3 0,-4-2 0,-1 2 0,1-2 0,-1 2 0,-6 0 0,4-2 0,-4 1 0,8-1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0T06:37:49.463"/>
    </inkml:context>
    <inkml:brush xml:id="br0">
      <inkml:brushProperty name="width" value="0.05292" units="cm"/>
      <inkml:brushProperty name="height" value="0.05292" units="cm"/>
    </inkml:brush>
  </inkml:definitions>
  <inkml:trace contextRef="#ctx0" brushRef="#br0">8194 14473 24575,'16'-7'0,"14"0"0,9-1 0,7 1-1093,-8 2 1,3 2 0,2-1 272,4 1 1,2-1 0,3 1 0,-2 0 798,-9 1 0,0 1 1,0 0-1,0 0 1,-1 0 20,7 0 0,0 0 0,-2 0 0,-1 0 0,4 1 0,-2 0 0,-5 0 967,-9 0 1,-5 0-968,3 0 0,-24 0 0,-6 0 0</inkml:trace>
  <inkml:trace contextRef="#ctx0" brushRef="#br0" timeOffset="765">12324 14502 24575,'30'-8'0,"-2"3"0,6-1 0,5 0 0,7-1 0,4 0 0,2 2-547,-9 0 1,1 2 0,2-1 0,2 1 0,1 0 0,4 0 218,-10 0 0,3 0 0,2 1 1,2-1-1,0 1 0,1-1 1,0 1-1,0 0 0,-1 0 1,-1 0-1,-2 0 0,-1 1 0,0 0 1,-1 0-1,1 0 0,0 0 1,-1 1-1,1-1 0,1 0 1,-1 0 29,0 1 0,0-1 0,0 0 0,1 1 0,0-1 0,0 1 0,0-1 0,-1 1 1,-1-1-1,0 1 0,-2 0 181,9-1 0,-1 1 0,-1 0 0,-1 0 1,0 0-1,-2 0 0,-2 1 0,-1-1 117,2 0 0,-2 0 0,-2 0 0,-1 0 0,-1 0 0,-1 0 0,10 0 0,-1 0 0,-4 0 0,-8 0 0,-6-1 0,-9 1 0,-9 0 0,-12-1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1T02:26:33.454"/>
    </inkml:context>
    <inkml:brush xml:id="br0">
      <inkml:brushProperty name="width" value="0.05292" units="cm"/>
      <inkml:brushProperty name="height" value="0.05292" units="cm"/>
    </inkml:brush>
  </inkml:definitions>
  <inkml:trace contextRef="#ctx0" brushRef="#br0">28496 8059 24575,'-12'25'0,"0"-1"0,1 1 0,0-2 0,-5 19 0,6-3 0,10-29 0,0 11 0,0-12 0,8 17 0,-5-14 0,15 17 0,-12-21 0,5 4 0,-7-8 0,0 0 0,11-2 0,-6 0 0,21-9 0,8-21 0,-3-1 0,2-5-414,-25 10 1,-3 0 413,5-12 0,-8 12 0,-1-1 0,3-10 0,-8 8 0,0 10 0,-4-4 0,-12 1 0,-11 7 827,-6-3-827,-7 8 0,19 4 0,-5 0 0,18 4 0,-6 0 0,9 0 0,-1 0 0,24 0 0,7 0 0,23 0-941,-15 0 0,1 0 941,1 0 0,2 0 0,6 1 0,2-2 0,-3-3 0,-2-1 0,-10 3 0,-2-1 0,16-7 0,-29 7 0,-9 1 0,-4 1 0,0 0 0</inkml:trace>
  <inkml:trace contextRef="#ctx0" brushRef="#br0" timeOffset="1453">27242 6921 24575,'6'2'0,"9"0"0,5-9 0,16-11 0,1-3-803,-9 0 0,1 0 803,-9 5 0,1 0 0,10-7 0,0-2 0,-8 1 0,-3 1 0,0 3 0,-2-1 194,1-2 1,-3 2-195,-5-3 0,3 2 0,-11 11 0,-15 44 0,8-6 0,0 2 0,-4 11 0,1 3-8,4-1 1,2-3 7,1-10 0,0-2 0,0 21 0,0-12 0,0-11 0,2-5 0,1-12 0,1 1 0,12-9 0,3-21 0,2-10 0,3-3 0,1-3 226,-5 3 0,2-2 0,-3 0-226,-4 2 0,-1 0 0,-1 4 0,-1 4 0,-2 3 0,0-10 0,-7 37 0,-1 3 0,4 15 0,7-3 554,-4 9-554,7-5 0,-9 1 0,1-9 0,-6-6 0,0-8 0</inkml:trace>
  <inkml:trace contextRef="#ctx0" brushRef="#br0" timeOffset="6477">15202 9712 24575,'0'27'0,"0"3"0,0 12 0,0 0 0,0-6 0,0-7 0,0-8 0,0 1 0,0-9 0,0 8 0,0-11 0,0 2 0,4-4 0,0-6 0,3-7 0,9-23 0,-4-1 0,0 2 0,0-1 0,1-1 0,4-11 0,-7 19 0,0-1 0,-1 3 0,-3 4 0,1 4 0,-3 2 0,2 5 0,-1 0 0,0 0 0,5 0 0,-5 1 0,4-1 0,4 35 0,-4 7 0,-1-4 0,0 2 0,-4-9 0,-1-2 0,2 14 0,-2-19 0,1-11 0,-3 0 0,2-1 0,-3-3 0,0 0 0,0-1 0,0 2 0,0-1 0,0 1 0,0-2 0,0-2 0,0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1T02:26:49.505"/>
    </inkml:context>
    <inkml:brush xml:id="br0">
      <inkml:brushProperty name="width" value="0.05292" units="cm"/>
      <inkml:brushProperty name="height" value="0.05292" units="cm"/>
    </inkml:brush>
  </inkml:definitions>
  <inkml:trace contextRef="#ctx0" brushRef="#br0">21291 17560 24575,'-9'0'0,"-16"-21"0,-3-1 0,8 0 0,-2-2-1624,-2 2 1,-2 1 1623,-2-4 0,-1 1-852,-11-1 1,-2 3 851,3 3 0,-1 1 0,6 4 0,0 0 0,-1 2 491,-8 2 0,0 3-491,-4-3 0,-3 8 0,12 13 0,-2 9 0,-2 4 0,3 0-820,-1 3 1,1 2 0,0 2 0,1 1 458,4-5 0,0 1 0,1 1 1,0 1-1,3-1 361,-4 7 0,1 2 0,3-2 0,4-2-231,6-4 0,3-2 0,1 1 231,-1 2 0,0 1 0,3 0 181,2 7 0,1 0-181,0 1 0,4 0 0,5-2 0,4-1 0,-2-8 0,3 0-274,5 5 1,3 0 273,0-8 0,3-1 0,2-1 0,1 0 1638,1-1 0,-1-2-545,13 9 1301,2-9-2394,-7-4 1593,-4-11-1593,6 7 0,16 1 0,-18-6 0,1-2-20,4 1 0,2-3 20,2-1 0,-1-2 0,-1 0 0,1-2 0,0 2 0,4-1 0,-2-1 0,6-2 0,0-3-652,-6 2 1,2-1 0,-2-2 651,7-7 0,-2-2 0,-1-2 0,0-1-704,-3-3 0,-2-1 704,-3 4 0,-3-2 0,-5-3 0,-2-2 0,2 2 0,-1-1-356,-9 4 0,-2-2 356,9-7 0,-3 0 0,-8-9 403,1-4 0,-2-4-403,-6 13 0,-3-2 0,-1 4 0,-1-3 0,-2 1 0,-5-10 0,-3 4 750,-3 8 1,-2 2-751,4 6 0,-1 3 0,-17-7 1553,9 15-1553,-2-2 898,-8 0-898,20 11 147,-13-6-147,21 10 0,-3-3 0,6 3 0</inkml:trace>
  <inkml:trace contextRef="#ctx0" brushRef="#br0" timeOffset="1168">27887 17669 24575,'-25'0'0,"-6"-11"0,-8-8 0,0 0 0,1 3 0,0 0 0,-3-1-656,6 0 1,-3-2-1,-2 0 1,1 0 0,1 3-165,-3 0 1,2 2 0,0 2 0,0-1 73,2 1 1,1 0 0,0 1-1,1 2 654,-9 2 0,1 1 0,1 2 92,3-1 0,1 2 0,0 0 0,1 0 0,1 1 0,0 2 0,1 0 0,1 1 0,0 2 0,-4 6 0,-1 2 0,1 1 0,3-1 0,0 0 0,-1 4 0,-3 6 0,-1 4 0,1 1-187,1-1 0,0 2 0,1 0 187,3 1 0,2 1 0,1 0 0,2-2 0,2 0 0,1 1-79,-4 7 1,4 1 78,2 7 0,4 2 0,4-2 0,2 3 832,5 0 1,2 4-1,4 0-832,4-12 0,2 1 0,2-1 0,3 2-389,2-1 0,3 2 1,2 1-1,2-2 1,-1-1 388,2 2 0,1-2 0,2-1 0,2 0 0,0-4 0,2 0 0,1 0 0,0-2 0,1-3-94,1-1 0,0-3 1,1-1-1,1-1 94,1-1 0,1-2 0,0-1 0,3-2 0,2-2 0,1-3 0,2-2 0,2-2 0,-3-2 0,2-2 0,1-1 0,-1-1 0,-21-1 0</inkml:trace>
  <inkml:trace contextRef="#ctx0" brushRef="#br0" timeOffset="1168">27312 19049 14224,'30'-5'0,"8"-4"0,-1-1 0,-1-2 0,10-4 0,-1-2 0,0-4-763,-6-1 1,1-3 0,0-2 0,-1-2 762,-8 4 0,-1-2 0,0-1 0,-1-1 0,1 1 0,-2 0 0,1 0 0,-1-1 0,-1-1 0,0-3 0,-3 0 0,0-2 0,-1-2 0,1-1 0,-2-1 0,-1 1 0,-1 1-123,0-1 0,-2 0 0,-1 1 0,-1-1 0,0-1 0,-1-1 123,-1 1 0,-1-2 0,1 0 0,-2-1 0,-1 0 0,-1 2 0,-2 0 325,-1-5 1,-1 0 0,-3 1-1,-1 1 1,-4 1-326,-3-4 0,-3 0 0,-2 3 0,-1 3 0,0 1 0,0 4 0,-3 2 0,-10-8 0,-2 7 2298,-8 6-2298,9 15 3276,-4 3-1898,6 11 1898,0 0-3259,5 0 2248,8 0-2265,5 0 0,1 1 0,1 0 0,2 1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1T02:29:02.170"/>
    </inkml:context>
    <inkml:brush xml:id="br0">
      <inkml:brushProperty name="width" value="0.05292" units="cm"/>
      <inkml:brushProperty name="height" value="0.05292" units="cm"/>
    </inkml:brush>
  </inkml:definitions>
  <inkml:trace contextRef="#ctx0" brushRef="#br0">14349 4903 24575,'-28'2'0,"-2"1"0,-10-16 0,-6-6 0,9 7 0,-2-2-1093,0-5 1,-3-3 0,0 2-1,5 6 1,1 1 0,0 0 1022,-3-3 1,0 0 0,-1 0 69,-6 0 0,-1 1 0,0 0-790,11 4 0,0 1 1,0 0-1,-1-1 790,-5-3 0,0-1 0,0 1 0,-1 1-457,-2 4 1,-1 1 0,0 1 0,0-1 456,-1-3 0,-1-2 0,0 2 0,0 1 0,-1 3 0,0 2 0,-1 1 0,1 0 0,9 0 0,0 0 0,0 1 0,-1-1 0,0 2 0,-6-1 0,-1 1 0,0 0 0,-1 2 0,1 1-330,0 3 0,1 1 0,0 1 0,-1 2 0,-1-1 330,2 1 0,-1 1 0,0 0 0,-1 1 0,0 1 0,1 1 0,2 1 0,0 0 0,0 2 0,1 0 0,-1 1 0,0 1-186,5 0 1,-1 1 0,0 1 0,0 0 0,1 0 0,1 0 0,0 0 185,0-2 0,2 1 0,0-1 0,0 0 0,1 0 0,0 1-66,-7 4 1,1 1 0,0 0-1,1 0 1,1 0 65,0 0 0,1 0 0,1 0 0,1 1 53,0-1 1,1 0-1,0 0 1,0 2-54,-1 0 0,-1 1 0,1 1 0,1 1 0,3 1 0,1 2 0,1 1 0,0-1 0,1-2 0,0 0 0,1 1 0,1 1-101,0 1 0,1 1 0,1 1 0,0-1 101,2-2 0,0-1 0,0 0 0,2 1 378,-5 7 0,1 0 0,1 0-378,0 1 0,2 1 0,2-2 551,7-7 1,3 0 0,0-1-552,-8 15 0,4 0 0,6-2 0,4 0 0,0-5 0,2 2 675,2 3 0,3 3 1,5 2-676,3-11 0,4 0 0,2 1 0,-1 1 0,2 6 0,0 1 0,1 1 0,3-2 0,0-8 0,2 0 0,2-1 0,-1-2 0,0-1 0,2 2 0,-1-2 0,0-2 0,0-1 504,1 1 1,0-1 0,0-2-505,-3-1 0,-1-1 0,6 0 0,6 1 0,5 0 0,4 0 0,3 1 0,-10-7 0,2 2 0,2 0 0,2 0 0,0 0 0,0-1 0,0 0-247,1-1 0,-1 0 0,1-1 0,0-1 1,2 1-1,1 0 0,3 0 247,-9-4 0,3 1 0,2 0 0,1 1 0,1 0 0,0-1 0,-1 0 0,0-1 0,-2-1 0,-1-2 0,-3 0-399,9 1 0,-3-3 1,-1-1-1,-2 0 0,2 0 1,2 1 398,-3 1 0,2 1 0,2 0 0,0 1 0,-1-1 0,-1-1 0,-2-1 0,-3-2-351,11 0 0,-5-3 0,-1-1 0,0 1 351,0 3 0,1 0 0,-2-1 0,0-1-162,-6-2 0,0-2 1,-2-1-1,1 1 162,12 1 0,0 1 0,3-2 156,-9-2 1,3 0 0,2-2 0,0-1 0,1-3-157,-5-3 0,0-2 0,1-2 0,1-1 0,0-1 0,2 0 0,-4 1 0,2 0 0,0-1 0,1 0 0,0-1 0,1-1 0,-2 0 0,0-2 70,-5 0 1,0 0 0,0-2 0,0 0 0,-1 0 0,0-2 0,0 1 0,-1 0 0,-1-1-71,3-1 0,-1 0 0,0-1 0,0 0 0,-2 0 0,0 0 0,-2 1 0,0 0 0,2-3 0,0 2 0,-2-1 0,-1 1 0,-2-1 0,-2 1 0,5-7 0,-3 1 0,-2 0 0,-3-2 0,-4 0 0,-2-1 0,-2 0 0,-3 1 280,-2-1 1,-4 1-1,1-3-280,0 0 0,0-2 0,0-1 0,-4 2 0,-4-1 0,-3 1 0,0-1 0,1-7 0,0-2 0,-1 1 38,-3 3 1,-1 1 0,-2-1-39,-3 4 0,-1-1 0,-2 0 0,0 1-111,-4-7 0,-1 1 1,-3-1 110,-1 6 0,-3 0 0,-2-1 0,2 2 0,0 2 0,1 0 0,0 1 0,-1 1 0,0 1 0,0 1 0,-1 0 0,1 1 709,-8-10 0,1 2 0,0 0-709,5 5 0,0 0 0,3 2 975,-4-4 0,3 2-975,3 4 0,5 4 3149,5 4-3149,2 9 0,5 6 0,0 4 0</inkml:trace>
  <inkml:trace contextRef="#ctx0" brushRef="#br0" timeOffset="1720">23725 5342 24575,'-35'-23'0,"-1"0"0,1 0 0,-1 0 0,1 0 0,-1 2 0,-3 0 0,0 0 0,-2 0 0,-2 1 0,0-1 0,-2 0-365,3 2 1,-1 0 0,-1 0 0,-2 0 0,0 0 0,-1 1 0,0 0 0,-1 0 0,0 1 66,4 3 0,-1 0 0,-1 0 0,0 1 0,-1 0 0,0 1 0,0 0 0,1 0 1,0 0-1,1 1 0,1 1-67,-2-1 1,0 0 0,1 0 0,1 1 0,0 1 0,1 0 0,0 0 0,0 2 0,1 0-105,-8 0 1,0 2 0,0 0 0,2 2 0,1 0 0,3 0 0,3 0 472,-2 1 0,3 1 1,3 0-1,0 0-4,-9 1 0,1 0 0,3 0-337,-5 0 1,3 0 336,3 0 0,1 0 1423,9 0 0,1 0-1423,3 0 0,-1 0 0,-1 0 0,-3 0 0,-2 0 0,-4 0 0,-1 0 0,0 0 0,-1 0 0,-2 0 0,-3 0 295,7 0 0,-3-1 0,-1 1 0,-1-1 0,-1 2 1,0 0-296,2 1 0,-1 1 0,0 1 0,0-1 0,-1 2 0,0-1 0,1 1 0,-1 0 0,1 0 0,-1 0 0,1 0 0,-1 1 0,1 1 0,0 2 0,0 0 0,0 2 0,0 1 0,0 1 0,0 0 0,2 0 0,0 1 0,-4 2 0,2 0 0,1 0 0,0 2 0,0 0 0,0 1-324,1 2 1,-1 1 0,0 1 0,1 1 0,2-1 0,1-1 323,0 0 0,3-1 0,0-1 0,1 2 0,1 0 0,0 2 0,-1 1 0,2 1 0,1-1 0,4 0-370,-4 6 0,3 1 0,1 0 370,-5 5 0,0 1 0,2 1 0,5 0 0,3 1 0,-1 0 0,2-2 0,-1-1 0,3 1-277,1-2 0,2 0 0,2 0 277,-1 13 0,3-2 515,3-5 1,1 0-516,0-2 0,2 0 0,5-5 0,1-1 1638,-4 6 0,4 1-1449,8-5 0,4 1 1,5 1-190,3 2 0,4 1 0,3 1 0,4-2-96,-6-10 1,3 0-1,2-1 1,2-1 0,2 1-1,1-2 96,-1-3 0,1 1 0,3-1 0,0-1 0,2 0 0,1-1 0,1-2 0,1-1-287,-1-2 1,1-1 0,2-1-1,1-2 1,0 0 0,0-1-1,0 0 1,0-1 0,-1 0 286,2 1 0,0 0 0,-1-1 0,0 0 0,1-1 0,-1 0 0,0-2 0,1 0-297,2 0 0,0-2 0,0 0 0,0 0 0,1-2 0,-2 1 0,-1-1 1,-1 0 296,4 0 0,-1 0 0,-1-1 0,-1 0 0,0-1 0,0 1-354,1-1 1,-1 1-1,1-1 1,-1-1-1,1 1 1,0-1 353,-5 0 0,0-1 0,0 0 0,1 0 0,0-1 0,-1 1 0,1 0-84,-1 0 0,1 0 1,0 0-1,0 0 0,-1 0 1,1 0-1,-1 0 84,5 0 0,0 1 0,0-1 0,0 0 0,-1 0 0,1-1 0,-1-1 0,1 0 0,-1-1 0,0 0 0,-1 0 0,0 0 0,4 0 0,0 1 0,-1 0 0,0-1 0,-2-2 0,-3-2 0,-2 0 0,1-2 0,-2 1 0,2-1 0,-1 1 0,1 0 0,-1 0 0,0-1 0,-1 0 94,8-4 0,0 0 0,-2-1 0,0-1-94,-6 2 0,0 0 0,-1-2 0,2-2 253,0-1 1,2-2 0,0-1 0,0-1 0,-4 0-254,1-2 0,-4 0 0,0-1 0,1-2 0,-3 1 0,1-2 0,0-1 0,-1 0 0,-2 1 0,0 0 0,-1 0 0,-2 1 0,-2 0 0,2-4 0,-2 1 0,0-1 0,3-3 0,0 0 0,-2 2 0,0 1 0,-2 0 0,-4 3 0,1-3 0,-3 0 650,-4 1 0,-2-1 1,-1 3-651,-2-5 0,-1 1 1588,6-11 0,-3 2-1588,-9-7 0,-3 18 0,0-1 0,-2-1 0,0-1 0,1-4 0,-2 0 0,-5 5 0,-1 1 0,3 2 0,-2 3 3276,-18-13-3091,13 14 1,1 15 0,8 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4B9F6-C644-48EA-BD5A-0C2B73B9B4A4}" type="datetimeFigureOut">
              <a:rPr lang="en-PH" smtClean="0"/>
              <a:t>5/5/25</a:t>
            </a:fld>
            <a:endParaRPr lang="en-PH"/>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66C858-E053-41F8-A2C7-EF4E04BAC7EE}" type="slidenum">
              <a:rPr lang="en-PH" smtClean="0"/>
              <a:t>‹#›</a:t>
            </a:fld>
            <a:endParaRPr lang="en-PH"/>
          </a:p>
        </p:txBody>
      </p:sp>
    </p:spTree>
    <p:extLst>
      <p:ext uri="{BB962C8B-B14F-4D97-AF65-F5344CB8AC3E}">
        <p14:creationId xmlns:p14="http://schemas.microsoft.com/office/powerpoint/2010/main" val="557326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r>
              <a:rPr lang="en-PH" dirty="0"/>
              <a:t>1111``</a:t>
            </a:r>
          </a:p>
        </p:txBody>
      </p:sp>
      <p:sp>
        <p:nvSpPr>
          <p:cNvPr id="4" name="Slide Number Placeholder 3"/>
          <p:cNvSpPr>
            <a:spLocks noGrp="1"/>
          </p:cNvSpPr>
          <p:nvPr>
            <p:ph type="sldNum" sz="quarter" idx="10"/>
          </p:nvPr>
        </p:nvSpPr>
        <p:spPr/>
        <p:txBody>
          <a:bodyPr/>
          <a:lstStyle/>
          <a:p>
            <a:fld id="{B666C858-E053-41F8-A2C7-EF4E04BAC7EE}" type="slidenum">
              <a:rPr lang="en-PH" smtClean="0"/>
              <a:t>8</a:t>
            </a:fld>
            <a:endParaRPr lang="en-PH"/>
          </a:p>
        </p:txBody>
      </p:sp>
    </p:spTree>
    <p:extLst>
      <p:ext uri="{BB962C8B-B14F-4D97-AF65-F5344CB8AC3E}">
        <p14:creationId xmlns:p14="http://schemas.microsoft.com/office/powerpoint/2010/main" val="2450490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28</a:t>
            </a:fld>
            <a:endParaRPr lang="en-PH"/>
          </a:p>
        </p:txBody>
      </p:sp>
    </p:spTree>
    <p:extLst>
      <p:ext uri="{BB962C8B-B14F-4D97-AF65-F5344CB8AC3E}">
        <p14:creationId xmlns:p14="http://schemas.microsoft.com/office/powerpoint/2010/main" val="740211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29</a:t>
            </a:fld>
            <a:endParaRPr lang="en-PH"/>
          </a:p>
        </p:txBody>
      </p:sp>
    </p:spTree>
    <p:extLst>
      <p:ext uri="{BB962C8B-B14F-4D97-AF65-F5344CB8AC3E}">
        <p14:creationId xmlns:p14="http://schemas.microsoft.com/office/powerpoint/2010/main" val="342989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30</a:t>
            </a:fld>
            <a:endParaRPr lang="en-PH"/>
          </a:p>
        </p:txBody>
      </p:sp>
    </p:spTree>
    <p:extLst>
      <p:ext uri="{BB962C8B-B14F-4D97-AF65-F5344CB8AC3E}">
        <p14:creationId xmlns:p14="http://schemas.microsoft.com/office/powerpoint/2010/main" val="2292382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31</a:t>
            </a:fld>
            <a:endParaRPr lang="en-PH"/>
          </a:p>
        </p:txBody>
      </p:sp>
    </p:spTree>
    <p:extLst>
      <p:ext uri="{BB962C8B-B14F-4D97-AF65-F5344CB8AC3E}">
        <p14:creationId xmlns:p14="http://schemas.microsoft.com/office/powerpoint/2010/main" val="1933582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32</a:t>
            </a:fld>
            <a:endParaRPr lang="en-PH"/>
          </a:p>
        </p:txBody>
      </p:sp>
    </p:spTree>
    <p:extLst>
      <p:ext uri="{BB962C8B-B14F-4D97-AF65-F5344CB8AC3E}">
        <p14:creationId xmlns:p14="http://schemas.microsoft.com/office/powerpoint/2010/main" val="2762003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33</a:t>
            </a:fld>
            <a:endParaRPr lang="en-PH"/>
          </a:p>
        </p:txBody>
      </p:sp>
    </p:spTree>
    <p:extLst>
      <p:ext uri="{BB962C8B-B14F-4D97-AF65-F5344CB8AC3E}">
        <p14:creationId xmlns:p14="http://schemas.microsoft.com/office/powerpoint/2010/main" val="3509460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34</a:t>
            </a:fld>
            <a:endParaRPr lang="en-PH"/>
          </a:p>
        </p:txBody>
      </p:sp>
    </p:spTree>
    <p:extLst>
      <p:ext uri="{BB962C8B-B14F-4D97-AF65-F5344CB8AC3E}">
        <p14:creationId xmlns:p14="http://schemas.microsoft.com/office/powerpoint/2010/main" val="3609990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78</a:t>
            </a:fld>
            <a:endParaRPr lang="en-PH"/>
          </a:p>
        </p:txBody>
      </p:sp>
    </p:spTree>
    <p:extLst>
      <p:ext uri="{BB962C8B-B14F-4D97-AF65-F5344CB8AC3E}">
        <p14:creationId xmlns:p14="http://schemas.microsoft.com/office/powerpoint/2010/main" val="2277348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85</a:t>
            </a:fld>
            <a:endParaRPr lang="en-PH"/>
          </a:p>
        </p:txBody>
      </p:sp>
    </p:spTree>
    <p:extLst>
      <p:ext uri="{BB962C8B-B14F-4D97-AF65-F5344CB8AC3E}">
        <p14:creationId xmlns:p14="http://schemas.microsoft.com/office/powerpoint/2010/main" val="2728272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86</a:t>
            </a:fld>
            <a:endParaRPr lang="en-PH"/>
          </a:p>
        </p:txBody>
      </p:sp>
    </p:spTree>
    <p:extLst>
      <p:ext uri="{BB962C8B-B14F-4D97-AF65-F5344CB8AC3E}">
        <p14:creationId xmlns:p14="http://schemas.microsoft.com/office/powerpoint/2010/main" val="1672884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87</a:t>
            </a:fld>
            <a:endParaRPr lang="en-PH"/>
          </a:p>
        </p:txBody>
      </p:sp>
    </p:spTree>
    <p:extLst>
      <p:ext uri="{BB962C8B-B14F-4D97-AF65-F5344CB8AC3E}">
        <p14:creationId xmlns:p14="http://schemas.microsoft.com/office/powerpoint/2010/main" val="2549959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88</a:t>
            </a:fld>
            <a:endParaRPr lang="en-PH"/>
          </a:p>
        </p:txBody>
      </p:sp>
    </p:spTree>
    <p:extLst>
      <p:ext uri="{BB962C8B-B14F-4D97-AF65-F5344CB8AC3E}">
        <p14:creationId xmlns:p14="http://schemas.microsoft.com/office/powerpoint/2010/main" val="2049319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89</a:t>
            </a:fld>
            <a:endParaRPr lang="en-PH"/>
          </a:p>
        </p:txBody>
      </p:sp>
    </p:spTree>
    <p:extLst>
      <p:ext uri="{BB962C8B-B14F-4D97-AF65-F5344CB8AC3E}">
        <p14:creationId xmlns:p14="http://schemas.microsoft.com/office/powerpoint/2010/main" val="1470488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90</a:t>
            </a:fld>
            <a:endParaRPr lang="en-PH"/>
          </a:p>
        </p:txBody>
      </p:sp>
    </p:spTree>
    <p:extLst>
      <p:ext uri="{BB962C8B-B14F-4D97-AF65-F5344CB8AC3E}">
        <p14:creationId xmlns:p14="http://schemas.microsoft.com/office/powerpoint/2010/main" val="1038609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91</a:t>
            </a:fld>
            <a:endParaRPr lang="en-PH"/>
          </a:p>
        </p:txBody>
      </p:sp>
    </p:spTree>
    <p:extLst>
      <p:ext uri="{BB962C8B-B14F-4D97-AF65-F5344CB8AC3E}">
        <p14:creationId xmlns:p14="http://schemas.microsoft.com/office/powerpoint/2010/main" val="2055574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92</a:t>
            </a:fld>
            <a:endParaRPr lang="en-PH"/>
          </a:p>
        </p:txBody>
      </p:sp>
    </p:spTree>
    <p:extLst>
      <p:ext uri="{BB962C8B-B14F-4D97-AF65-F5344CB8AC3E}">
        <p14:creationId xmlns:p14="http://schemas.microsoft.com/office/powerpoint/2010/main" val="38638224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93</a:t>
            </a:fld>
            <a:endParaRPr lang="en-PH"/>
          </a:p>
        </p:txBody>
      </p:sp>
    </p:spTree>
    <p:extLst>
      <p:ext uri="{BB962C8B-B14F-4D97-AF65-F5344CB8AC3E}">
        <p14:creationId xmlns:p14="http://schemas.microsoft.com/office/powerpoint/2010/main" val="1524525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94</a:t>
            </a:fld>
            <a:endParaRPr lang="en-PH"/>
          </a:p>
        </p:txBody>
      </p:sp>
    </p:spTree>
    <p:extLst>
      <p:ext uri="{BB962C8B-B14F-4D97-AF65-F5344CB8AC3E}">
        <p14:creationId xmlns:p14="http://schemas.microsoft.com/office/powerpoint/2010/main" val="21702150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95</a:t>
            </a:fld>
            <a:endParaRPr lang="en-PH"/>
          </a:p>
        </p:txBody>
      </p:sp>
    </p:spTree>
    <p:extLst>
      <p:ext uri="{BB962C8B-B14F-4D97-AF65-F5344CB8AC3E}">
        <p14:creationId xmlns:p14="http://schemas.microsoft.com/office/powerpoint/2010/main" val="3526808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96</a:t>
            </a:fld>
            <a:endParaRPr lang="en-PH"/>
          </a:p>
        </p:txBody>
      </p:sp>
    </p:spTree>
    <p:extLst>
      <p:ext uri="{BB962C8B-B14F-4D97-AF65-F5344CB8AC3E}">
        <p14:creationId xmlns:p14="http://schemas.microsoft.com/office/powerpoint/2010/main" val="13105289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97</a:t>
            </a:fld>
            <a:endParaRPr lang="en-PH"/>
          </a:p>
        </p:txBody>
      </p:sp>
    </p:spTree>
    <p:extLst>
      <p:ext uri="{BB962C8B-B14F-4D97-AF65-F5344CB8AC3E}">
        <p14:creationId xmlns:p14="http://schemas.microsoft.com/office/powerpoint/2010/main" val="21243326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98</a:t>
            </a:fld>
            <a:endParaRPr lang="en-PH"/>
          </a:p>
        </p:txBody>
      </p:sp>
    </p:spTree>
    <p:extLst>
      <p:ext uri="{BB962C8B-B14F-4D97-AF65-F5344CB8AC3E}">
        <p14:creationId xmlns:p14="http://schemas.microsoft.com/office/powerpoint/2010/main" val="3108872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99</a:t>
            </a:fld>
            <a:endParaRPr lang="en-PH"/>
          </a:p>
        </p:txBody>
      </p:sp>
    </p:spTree>
    <p:extLst>
      <p:ext uri="{BB962C8B-B14F-4D97-AF65-F5344CB8AC3E}">
        <p14:creationId xmlns:p14="http://schemas.microsoft.com/office/powerpoint/2010/main" val="41202339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100</a:t>
            </a:fld>
            <a:endParaRPr lang="en-PH"/>
          </a:p>
        </p:txBody>
      </p:sp>
    </p:spTree>
    <p:extLst>
      <p:ext uri="{BB962C8B-B14F-4D97-AF65-F5344CB8AC3E}">
        <p14:creationId xmlns:p14="http://schemas.microsoft.com/office/powerpoint/2010/main" val="6219451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101</a:t>
            </a:fld>
            <a:endParaRPr lang="en-PH"/>
          </a:p>
        </p:txBody>
      </p:sp>
    </p:spTree>
    <p:extLst>
      <p:ext uri="{BB962C8B-B14F-4D97-AF65-F5344CB8AC3E}">
        <p14:creationId xmlns:p14="http://schemas.microsoft.com/office/powerpoint/2010/main" val="11465235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102</a:t>
            </a:fld>
            <a:endParaRPr lang="en-PH"/>
          </a:p>
        </p:txBody>
      </p:sp>
    </p:spTree>
    <p:extLst>
      <p:ext uri="{BB962C8B-B14F-4D97-AF65-F5344CB8AC3E}">
        <p14:creationId xmlns:p14="http://schemas.microsoft.com/office/powerpoint/2010/main" val="21127142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103</a:t>
            </a:fld>
            <a:endParaRPr lang="en-PH"/>
          </a:p>
        </p:txBody>
      </p:sp>
    </p:spTree>
    <p:extLst>
      <p:ext uri="{BB962C8B-B14F-4D97-AF65-F5344CB8AC3E}">
        <p14:creationId xmlns:p14="http://schemas.microsoft.com/office/powerpoint/2010/main" val="2589999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104</a:t>
            </a:fld>
            <a:endParaRPr lang="en-PH"/>
          </a:p>
        </p:txBody>
      </p:sp>
    </p:spTree>
    <p:extLst>
      <p:ext uri="{BB962C8B-B14F-4D97-AF65-F5344CB8AC3E}">
        <p14:creationId xmlns:p14="http://schemas.microsoft.com/office/powerpoint/2010/main" val="1066544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105</a:t>
            </a:fld>
            <a:endParaRPr lang="en-PH"/>
          </a:p>
        </p:txBody>
      </p:sp>
    </p:spTree>
    <p:extLst>
      <p:ext uri="{BB962C8B-B14F-4D97-AF65-F5344CB8AC3E}">
        <p14:creationId xmlns:p14="http://schemas.microsoft.com/office/powerpoint/2010/main" val="35807034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106</a:t>
            </a:fld>
            <a:endParaRPr lang="en-PH"/>
          </a:p>
        </p:txBody>
      </p:sp>
    </p:spTree>
    <p:extLst>
      <p:ext uri="{BB962C8B-B14F-4D97-AF65-F5344CB8AC3E}">
        <p14:creationId xmlns:p14="http://schemas.microsoft.com/office/powerpoint/2010/main" val="591126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107</a:t>
            </a:fld>
            <a:endParaRPr lang="en-PH"/>
          </a:p>
        </p:txBody>
      </p:sp>
    </p:spTree>
    <p:extLst>
      <p:ext uri="{BB962C8B-B14F-4D97-AF65-F5344CB8AC3E}">
        <p14:creationId xmlns:p14="http://schemas.microsoft.com/office/powerpoint/2010/main" val="26056803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108</a:t>
            </a:fld>
            <a:endParaRPr lang="en-PH"/>
          </a:p>
        </p:txBody>
      </p:sp>
    </p:spTree>
    <p:extLst>
      <p:ext uri="{BB962C8B-B14F-4D97-AF65-F5344CB8AC3E}">
        <p14:creationId xmlns:p14="http://schemas.microsoft.com/office/powerpoint/2010/main" val="40051799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109</a:t>
            </a:fld>
            <a:endParaRPr lang="en-PH"/>
          </a:p>
        </p:txBody>
      </p:sp>
    </p:spTree>
    <p:extLst>
      <p:ext uri="{BB962C8B-B14F-4D97-AF65-F5344CB8AC3E}">
        <p14:creationId xmlns:p14="http://schemas.microsoft.com/office/powerpoint/2010/main" val="18358829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110</a:t>
            </a:fld>
            <a:endParaRPr lang="en-PH"/>
          </a:p>
        </p:txBody>
      </p:sp>
    </p:spTree>
    <p:extLst>
      <p:ext uri="{BB962C8B-B14F-4D97-AF65-F5344CB8AC3E}">
        <p14:creationId xmlns:p14="http://schemas.microsoft.com/office/powerpoint/2010/main" val="3761239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111</a:t>
            </a:fld>
            <a:endParaRPr lang="en-PH"/>
          </a:p>
        </p:txBody>
      </p:sp>
    </p:spTree>
    <p:extLst>
      <p:ext uri="{BB962C8B-B14F-4D97-AF65-F5344CB8AC3E}">
        <p14:creationId xmlns:p14="http://schemas.microsoft.com/office/powerpoint/2010/main" val="24285602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112</a:t>
            </a:fld>
            <a:endParaRPr lang="en-PH"/>
          </a:p>
        </p:txBody>
      </p:sp>
    </p:spTree>
    <p:extLst>
      <p:ext uri="{BB962C8B-B14F-4D97-AF65-F5344CB8AC3E}">
        <p14:creationId xmlns:p14="http://schemas.microsoft.com/office/powerpoint/2010/main" val="17774026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113</a:t>
            </a:fld>
            <a:endParaRPr lang="en-PH"/>
          </a:p>
        </p:txBody>
      </p:sp>
    </p:spTree>
    <p:extLst>
      <p:ext uri="{BB962C8B-B14F-4D97-AF65-F5344CB8AC3E}">
        <p14:creationId xmlns:p14="http://schemas.microsoft.com/office/powerpoint/2010/main" val="24130672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114</a:t>
            </a:fld>
            <a:endParaRPr lang="en-PH"/>
          </a:p>
        </p:txBody>
      </p:sp>
    </p:spTree>
    <p:extLst>
      <p:ext uri="{BB962C8B-B14F-4D97-AF65-F5344CB8AC3E}">
        <p14:creationId xmlns:p14="http://schemas.microsoft.com/office/powerpoint/2010/main" val="18384965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115</a:t>
            </a:fld>
            <a:endParaRPr lang="en-PH"/>
          </a:p>
        </p:txBody>
      </p:sp>
    </p:spTree>
    <p:extLst>
      <p:ext uri="{BB962C8B-B14F-4D97-AF65-F5344CB8AC3E}">
        <p14:creationId xmlns:p14="http://schemas.microsoft.com/office/powerpoint/2010/main" val="590418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66C858-E053-41F8-A2C7-EF4E04BAC7EE}" type="slidenum">
              <a:rPr lang="en-PH" smtClean="0"/>
              <a:t>134</a:t>
            </a:fld>
            <a:endParaRPr lang="en-PH"/>
          </a:p>
        </p:txBody>
      </p:sp>
    </p:spTree>
    <p:extLst>
      <p:ext uri="{BB962C8B-B14F-4D97-AF65-F5344CB8AC3E}">
        <p14:creationId xmlns:p14="http://schemas.microsoft.com/office/powerpoint/2010/main" val="3650246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CCBF3-7944-AE46-95D1-3D7EB27EDF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AF431A-8F58-8C40-9752-BBAA1D0D24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D705A2-9597-7042-B685-99E2713E72D1}"/>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5" name="Footer Placeholder 4">
            <a:extLst>
              <a:ext uri="{FF2B5EF4-FFF2-40B4-BE49-F238E27FC236}">
                <a16:creationId xmlns:a16="http://schemas.microsoft.com/office/drawing/2014/main" id="{CA785561-B473-C846-92F6-EF16F1B0D42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5BD5E88-769C-2640-9C0C-A5CAA8BE51AE}"/>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4093956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F9C4-3D90-5E4B-8318-7E94A04824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C6863B-4372-C44A-82B6-8736EC7493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04527E-90FA-0A45-B375-F2646BEB5E6B}"/>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5" name="Footer Placeholder 4">
            <a:extLst>
              <a:ext uri="{FF2B5EF4-FFF2-40B4-BE49-F238E27FC236}">
                <a16:creationId xmlns:a16="http://schemas.microsoft.com/office/drawing/2014/main" id="{84A6B754-B079-3849-9C88-9383240212D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7C1589A-C6E2-8B4A-8899-5CB64F6E061E}"/>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3960087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C1F44-92AA-1C42-B936-50B39A6E09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2437B9-083E-6242-82B0-DEEC3A4FED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4FD521-A5E7-1E4D-B807-13D3C55D11D6}"/>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5" name="Footer Placeholder 4">
            <a:extLst>
              <a:ext uri="{FF2B5EF4-FFF2-40B4-BE49-F238E27FC236}">
                <a16:creationId xmlns:a16="http://schemas.microsoft.com/office/drawing/2014/main" id="{9C23C722-41E5-6640-9D4B-36CA0FD2154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E9EB115-149B-734C-B276-8606F4906A07}"/>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1428993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E558C-A8DC-F949-B99D-ECDEC14EE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30ED1-BE96-184A-8853-9ECE92CCD6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FDA154-9C69-0946-AC22-7EDD8501D8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A86E80-6F2C-AD46-803C-255EBF0FD8A0}"/>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6" name="Footer Placeholder 5">
            <a:extLst>
              <a:ext uri="{FF2B5EF4-FFF2-40B4-BE49-F238E27FC236}">
                <a16:creationId xmlns:a16="http://schemas.microsoft.com/office/drawing/2014/main" id="{EE7D4322-AFAD-3642-BE28-2980A82D147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C021690F-B8A6-1844-B807-10654960781B}"/>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4287248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019A9-2D2E-3748-B629-5EB9E21C33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441401-A529-384C-BCA2-7B25FE9BF1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B9C30C-2224-3246-AA04-BA5F51E16F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391C79-39F1-7545-A1E0-EE1B893922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8211E5-A860-9C4B-8FBD-240F6878E6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48935D-E09E-3C45-88C9-767CBB79DB4B}"/>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8" name="Footer Placeholder 7">
            <a:extLst>
              <a:ext uri="{FF2B5EF4-FFF2-40B4-BE49-F238E27FC236}">
                <a16:creationId xmlns:a16="http://schemas.microsoft.com/office/drawing/2014/main" id="{0FC409A6-29A2-AD44-A810-D538464AD4FD}"/>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D6B4613B-7AEE-4048-AD91-2A83077DDA53}"/>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39549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B1CC7-4D1F-4140-ACAD-EE4846E423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2FB240-53E9-614C-9531-F7A76BCC2CE1}"/>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4" name="Footer Placeholder 3">
            <a:extLst>
              <a:ext uri="{FF2B5EF4-FFF2-40B4-BE49-F238E27FC236}">
                <a16:creationId xmlns:a16="http://schemas.microsoft.com/office/drawing/2014/main" id="{DC1199A6-6B7F-9842-852E-6B95EC73CAD5}"/>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D4C500C-4FBE-FB4E-954B-38AC287E26E7}"/>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283094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372F3A-BF58-FA40-9320-88000C508732}"/>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3" name="Footer Placeholder 2">
            <a:extLst>
              <a:ext uri="{FF2B5EF4-FFF2-40B4-BE49-F238E27FC236}">
                <a16:creationId xmlns:a16="http://schemas.microsoft.com/office/drawing/2014/main" id="{E6F533B4-3EB1-864D-BE15-B521548C7DF0}"/>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3E8F34B0-1BD2-AE43-95E0-E1FA78ABFE81}"/>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2122327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1908-BE9E-ED4D-AD25-EB25DCFDFA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209F8E-C57E-B84F-BC6F-3DE4D48036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14A15D-759A-284A-865E-8F0B47CF56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393B54-0D13-2947-ADA5-90D221AC030F}"/>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6" name="Footer Placeholder 5">
            <a:extLst>
              <a:ext uri="{FF2B5EF4-FFF2-40B4-BE49-F238E27FC236}">
                <a16:creationId xmlns:a16="http://schemas.microsoft.com/office/drawing/2014/main" id="{73FA755A-73DE-5843-85C4-C5FCEECC1518}"/>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061B51F-D6BF-EB45-907A-538F66B896C9}"/>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3649470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4A351-F396-C548-906F-3AAE4C94C9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4DF547-4F4D-A940-9674-1A8BFC7BD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843829-C5A4-5D45-ADFC-1C255B52C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9797E0-D8F6-1C4D-BB1E-39E55737D2EB}"/>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6" name="Footer Placeholder 5">
            <a:extLst>
              <a:ext uri="{FF2B5EF4-FFF2-40B4-BE49-F238E27FC236}">
                <a16:creationId xmlns:a16="http://schemas.microsoft.com/office/drawing/2014/main" id="{91805269-69AB-8147-A767-5CA8DC3D0FCD}"/>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5026A2D6-6894-4545-9BA1-5CA37D546433}"/>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152611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16467-402F-4A48-9499-43708B69D6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C0D9D1-886B-D34F-BBF1-6F8FEFED89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F9B336-8465-7546-87DC-3356A5449A6C}"/>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5" name="Footer Placeholder 4">
            <a:extLst>
              <a:ext uri="{FF2B5EF4-FFF2-40B4-BE49-F238E27FC236}">
                <a16:creationId xmlns:a16="http://schemas.microsoft.com/office/drawing/2014/main" id="{0E9EB98C-F974-A549-87BD-FC83A9AAB1F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F1538AD-FE09-CE45-8BF9-603D45E1B3A2}"/>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3526032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98BBB5-733C-0247-B80A-A75143072F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6DDBA3-5B1A-BF4F-9B51-BEBD6888B7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AEEE75-35D5-D74A-A66A-89B676267C72}"/>
              </a:ext>
            </a:extLst>
          </p:cNvPr>
          <p:cNvSpPr>
            <a:spLocks noGrp="1"/>
          </p:cNvSpPr>
          <p:nvPr>
            <p:ph type="dt" sz="half" idx="10"/>
          </p:nvPr>
        </p:nvSpPr>
        <p:spPr/>
        <p:txBody>
          <a:bodyPr/>
          <a:lstStyle/>
          <a:p>
            <a:fld id="{155E0799-2012-4595-8925-0DE7F9194E2F}" type="datetimeFigureOut">
              <a:rPr lang="en-PH" smtClean="0"/>
              <a:t>5/5/25</a:t>
            </a:fld>
            <a:endParaRPr lang="en-PH"/>
          </a:p>
        </p:txBody>
      </p:sp>
      <p:sp>
        <p:nvSpPr>
          <p:cNvPr id="5" name="Footer Placeholder 4">
            <a:extLst>
              <a:ext uri="{FF2B5EF4-FFF2-40B4-BE49-F238E27FC236}">
                <a16:creationId xmlns:a16="http://schemas.microsoft.com/office/drawing/2014/main" id="{1A4E5D7A-1D80-A54D-A955-77DECB6193A9}"/>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D36D280-F74E-164A-B14F-F77092219896}"/>
              </a:ext>
            </a:extLst>
          </p:cNvPr>
          <p:cNvSpPr>
            <a:spLocks noGrp="1"/>
          </p:cNvSpPr>
          <p:nvPr>
            <p:ph type="sldNum" sz="quarter" idx="12"/>
          </p:nvPr>
        </p:nvSpPr>
        <p:spPr/>
        <p:txBody>
          <a:bodyPr/>
          <a:lstStyle/>
          <a:p>
            <a:fld id="{6CEA7D38-881D-4E2B-B253-07892E907261}" type="slidenum">
              <a:rPr lang="en-PH" smtClean="0"/>
              <a:t>‹#›</a:t>
            </a:fld>
            <a:endParaRPr lang="en-PH"/>
          </a:p>
        </p:txBody>
      </p:sp>
    </p:spTree>
    <p:extLst>
      <p:ext uri="{BB962C8B-B14F-4D97-AF65-F5344CB8AC3E}">
        <p14:creationId xmlns:p14="http://schemas.microsoft.com/office/powerpoint/2010/main" val="299127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805540-6C54-B448-936D-458FA43CE5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8206CE-A386-4748-9130-64F44E3618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40739B-7295-5F46-BA2B-F0A63F9AA8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E0799-2012-4595-8925-0DE7F9194E2F}" type="datetimeFigureOut">
              <a:rPr lang="en-PH" smtClean="0"/>
              <a:t>5/5/25</a:t>
            </a:fld>
            <a:endParaRPr lang="en-PH"/>
          </a:p>
        </p:txBody>
      </p:sp>
      <p:sp>
        <p:nvSpPr>
          <p:cNvPr id="5" name="Footer Placeholder 4">
            <a:extLst>
              <a:ext uri="{FF2B5EF4-FFF2-40B4-BE49-F238E27FC236}">
                <a16:creationId xmlns:a16="http://schemas.microsoft.com/office/drawing/2014/main" id="{64775012-B8CF-0244-B374-DCA5FB52A7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07DC1AAD-B5E8-574A-9C39-335153E72B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EA7D38-881D-4E2B-B253-07892E907261}" type="slidenum">
              <a:rPr lang="en-PH" smtClean="0"/>
              <a:t>‹#›</a:t>
            </a:fld>
            <a:endParaRPr lang="en-PH"/>
          </a:p>
        </p:txBody>
      </p:sp>
    </p:spTree>
    <p:extLst>
      <p:ext uri="{BB962C8B-B14F-4D97-AF65-F5344CB8AC3E}">
        <p14:creationId xmlns:p14="http://schemas.microsoft.com/office/powerpoint/2010/main" val="4323500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51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customXml" Target="../ink/ink1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customXml" Target="../ink/ink14.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customXml" Target="../ink/ink16.xml"/><Relationship Id="rId5" Type="http://schemas.openxmlformats.org/officeDocument/2006/relationships/image" Target="../media/image25.png"/><Relationship Id="rId4" Type="http://schemas.openxmlformats.org/officeDocument/2006/relationships/customXml" Target="../ink/ink15.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70.png"/><Relationship Id="rId4" Type="http://schemas.openxmlformats.org/officeDocument/2006/relationships/customXml" Target="../ink/ink1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customXml" Target="../ink/ink18.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customXml" Target="../ink/ink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60.png"/><Relationship Id="rId7"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6" Type="http://schemas.openxmlformats.org/officeDocument/2006/relationships/customXml" Target="../ink/ink22.xml"/><Relationship Id="rId5" Type="http://schemas.openxmlformats.org/officeDocument/2006/relationships/image" Target="../media/image310.png"/><Relationship Id="rId4" Type="http://schemas.openxmlformats.org/officeDocument/2006/relationships/customXml" Target="../ink/ink21.xml"/></Relationships>
</file>

<file path=ppt/slides/_rels/slide4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32.png"/><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customXml" Target="../ink/ink23.xml"/></Relationships>
</file>

<file path=ppt/slides/_rels/slide41.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customXml" Target="../ink/ink24.xml"/></Relationships>
</file>

<file path=ppt/slides/_rels/slide4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customXml" Target="../ink/ink25.xml"/></Relationships>
</file>

<file path=ppt/slides/_rels/slide47.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26.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image" Target="../media/image39.png"/><Relationship Id="rId1" Type="http://schemas.openxmlformats.org/officeDocument/2006/relationships/slideLayout" Target="../slideLayouts/slideLayout4.xml"/><Relationship Id="rId4" Type="http://schemas.openxmlformats.org/officeDocument/2006/relationships/image" Target="../media/image350.png"/></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 Id="rId5" Type="http://schemas.openxmlformats.org/officeDocument/2006/relationships/image" Target="../media/image371.png"/><Relationship Id="rId4" Type="http://schemas.openxmlformats.org/officeDocument/2006/relationships/customXml" Target="../ink/ink2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customXml" Target="../ink/ink29.xml"/><Relationship Id="rId2" Type="http://schemas.openxmlformats.org/officeDocument/2006/relationships/image" Target="../media/image42.png"/><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11.png"/></Relationships>
</file>

<file path=ppt/slides/_rels/slide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Layout" Target="../slideLayouts/slideLayout4.xml"/><Relationship Id="rId6" Type="http://schemas.openxmlformats.org/officeDocument/2006/relationships/customXml" Target="../ink/ink32.xml"/><Relationship Id="rId5" Type="http://schemas.openxmlformats.org/officeDocument/2006/relationships/image" Target="../media/image430.png"/><Relationship Id="rId4" Type="http://schemas.openxmlformats.org/officeDocument/2006/relationships/customXml" Target="../ink/ink31.xml"/></Relationships>
</file>

<file path=ppt/slides/_rels/slide6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7.png"/><Relationship Id="rId1" Type="http://schemas.openxmlformats.org/officeDocument/2006/relationships/slideLayout" Target="../slideLayouts/slideLayout4.xml"/><Relationship Id="rId5" Type="http://schemas.openxmlformats.org/officeDocument/2006/relationships/image" Target="../media/image450.png"/><Relationship Id="rId4" Type="http://schemas.openxmlformats.org/officeDocument/2006/relationships/customXml" Target="../ink/ink33.xml"/></Relationships>
</file>

<file path=ppt/slides/_rels/slide6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image" Target="../media/image48.png"/><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customXml" Target="../ink/ink35.xml"/><Relationship Id="rId4" Type="http://schemas.openxmlformats.org/officeDocument/2006/relationships/image" Target="../media/image470.png"/></Relationships>
</file>

<file path=ppt/slides/_rels/slide70.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image" Target="../media/image48.png"/><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customXml" Target="../ink/ink37.xml"/><Relationship Id="rId2" Type="http://schemas.openxmlformats.org/officeDocument/2006/relationships/image" Target="../media/image52.png"/><Relationship Id="rId1" Type="http://schemas.openxmlformats.org/officeDocument/2006/relationships/slideLayout" Target="../slideLayouts/slideLayout4.xml"/><Relationship Id="rId4" Type="http://schemas.openxmlformats.org/officeDocument/2006/relationships/image" Target="../media/image501.png"/></Relationships>
</file>

<file path=ppt/slides/_rels/slide74.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customXml" Target="../ink/ink38.xml"/><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520.png"/></Relationships>
</file>

<file path=ppt/slides/_rels/slide8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 Id="rId5" Type="http://schemas.openxmlformats.org/officeDocument/2006/relationships/image" Target="../media/image541.png"/><Relationship Id="rId4" Type="http://schemas.openxmlformats.org/officeDocument/2006/relationships/customXml" Target="../ink/ink39.xml"/></Relationships>
</file>

<file path=ppt/slides/_rels/slide8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53.pn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customXml" Target="../ink/ink40.xml"/></Relationships>
</file>

<file path=ppt/slides/_rels/slide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41.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55.png"/><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8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8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customXml" Target="../ink/ink43.xml"/><Relationship Id="rId4" Type="http://schemas.openxmlformats.org/officeDocument/2006/relationships/image" Target="../media/image440.png"/></Relationships>
</file>

<file path=ppt/slides/_rels/slide8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customXml" Target="../ink/ink44.xml"/></Relationships>
</file>

<file path=ppt/slides/_rels/slide9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customXml" Target="../ink/ink45.xml"/><Relationship Id="rId4" Type="http://schemas.openxmlformats.org/officeDocument/2006/relationships/image" Target="../media/image460.png"/></Relationships>
</file>

<file path=ppt/slides/_rels/slide9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customXml" Target="../ink/ink46.xml"/></Relationships>
</file>

<file path=ppt/slides/_rels/slide9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65.png"/><Relationship Id="rId4" Type="http://schemas.openxmlformats.org/officeDocument/2006/relationships/customXml" Target="../ink/ink47.xml"/></Relationships>
</file>

<file path=ppt/slides/_rels/slide102.xml.rels><?xml version="1.0" encoding="UTF-8" standalone="yes"?>
<Relationships xmlns="http://schemas.openxmlformats.org/package/2006/relationships"><Relationship Id="rId3" Type="http://schemas.openxmlformats.org/officeDocument/2006/relationships/customXml" Target="../ink/ink48.xml"/><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10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670.png"/><Relationship Id="rId4" Type="http://schemas.openxmlformats.org/officeDocument/2006/relationships/customXml" Target="../ink/ink49.xml"/></Relationships>
</file>

<file path=ppt/slides/_rels/slide104.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customXml" Target="../ink/ink51.xml"/><Relationship Id="rId5" Type="http://schemas.openxmlformats.org/officeDocument/2006/relationships/image" Target="../media/image68.png"/><Relationship Id="rId4" Type="http://schemas.openxmlformats.org/officeDocument/2006/relationships/customXml" Target="../ink/ink50.xml"/></Relationships>
</file>

<file path=ppt/slides/_rels/slide105.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0.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customXml" Target="../ink/ink53.xml"/><Relationship Id="rId5" Type="http://schemas.openxmlformats.org/officeDocument/2006/relationships/image" Target="../media/image690.png"/><Relationship Id="rId4" Type="http://schemas.openxmlformats.org/officeDocument/2006/relationships/customXml" Target="../ink/ink52.xml"/></Relationships>
</file>

<file path=ppt/slides/_rels/slide10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customXml" Target="../ink/ink55.xml"/><Relationship Id="rId5" Type="http://schemas.openxmlformats.org/officeDocument/2006/relationships/image" Target="../media/image720.png"/><Relationship Id="rId4" Type="http://schemas.openxmlformats.org/officeDocument/2006/relationships/customXml" Target="../ink/ink54.xml"/></Relationships>
</file>

<file path=ppt/slides/_rels/slide11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730.png"/><Relationship Id="rId4" Type="http://schemas.openxmlformats.org/officeDocument/2006/relationships/customXml" Target="../ink/ink56.xml"/></Relationships>
</file>

<file path=ppt/slides/_rels/slide11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75.png"/><Relationship Id="rId5" Type="http://schemas.openxmlformats.org/officeDocument/2006/relationships/customXml" Target="../ink/ink57.xml"/><Relationship Id="rId4" Type="http://schemas.openxmlformats.org/officeDocument/2006/relationships/image" Target="../media/image74.png"/></Relationships>
</file>

<file path=ppt/slides/_rels/slide11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76.png"/><Relationship Id="rId4" Type="http://schemas.openxmlformats.org/officeDocument/2006/relationships/customXml" Target="../ink/ink58.xml"/></Relationships>
</file>

<file path=ppt/slides/_rels/slide11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78.png"/><Relationship Id="rId5" Type="http://schemas.openxmlformats.org/officeDocument/2006/relationships/customXml" Target="../ink/ink59.xml"/><Relationship Id="rId4" Type="http://schemas.openxmlformats.org/officeDocument/2006/relationships/image" Target="../media/image77.png"/></Relationships>
</file>

<file path=ppt/slides/_rels/slide11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540.png"/></Relationships>
</file>

<file path=ppt/slides/_rels/slide116.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customXml" Target="../ink/ink60.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customXml" Target="../ink/ink61.xml"/><Relationship Id="rId2" Type="http://schemas.openxmlformats.org/officeDocument/2006/relationships/image" Target="../media/image500.png"/><Relationship Id="rId1" Type="http://schemas.openxmlformats.org/officeDocument/2006/relationships/slideLayout" Target="../slideLayouts/slideLayout2.xml"/><Relationship Id="rId4" Type="http://schemas.openxmlformats.org/officeDocument/2006/relationships/image" Target="../media/image77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customXml" Target="../ink/ink62.xml"/><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31.png"/></Relationships>
</file>

<file path=ppt/slides/_rels/slide13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customXml" Target="../ink/ink63.xml"/><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customXml" Target="../ink/ink64.xml"/><Relationship Id="rId4" Type="http://schemas.openxmlformats.org/officeDocument/2006/relationships/image" Target="../media/image88.png"/></Relationships>
</file>

<file path=ppt/slides/_rels/slide143.xml.rels><?xml version="1.0" encoding="UTF-8" standalone="yes"?>
<Relationships xmlns="http://schemas.openxmlformats.org/package/2006/relationships"><Relationship Id="rId3" Type="http://schemas.openxmlformats.org/officeDocument/2006/relationships/customXml" Target="../ink/ink65.xml"/><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4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customXml" Target="../ink/ink66.xml"/><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4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customXml" Target="../ink/ink67.xml"/><Relationship Id="rId2" Type="http://schemas.openxmlformats.org/officeDocument/2006/relationships/image" Target="../media/image700.png"/><Relationship Id="rId1" Type="http://schemas.openxmlformats.org/officeDocument/2006/relationships/slideLayout" Target="../slideLayouts/slideLayout2.xml"/><Relationship Id="rId4" Type="http://schemas.openxmlformats.org/officeDocument/2006/relationships/image" Target="../media/image960.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customXml" Target="../ink/ink68.xml"/><Relationship Id="rId2" Type="http://schemas.openxmlformats.org/officeDocument/2006/relationships/image" Target="../media/image710.png"/><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154.xml.rels><?xml version="1.0" encoding="UTF-8" standalone="yes"?>
<Relationships xmlns="http://schemas.openxmlformats.org/package/2006/relationships"><Relationship Id="rId2" Type="http://schemas.openxmlformats.org/officeDocument/2006/relationships/image" Target="../media/image800.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69.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2.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customXml" Target="../ink/ink70.xml"/></Relationships>
</file>

<file path=ppt/slides/_rels/slide16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customXml" Target="../ink/ink71.xml"/><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customXml" Target="../ink/ink72.xml"/></Relationships>
</file>

<file path=ppt/slides/_rels/slide16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customXml" Target="../ink/ink73.xml"/></Relationships>
</file>

<file path=ppt/slides/_rels/slide16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3" Type="http://schemas.openxmlformats.org/officeDocument/2006/relationships/customXml" Target="../ink/ink74.xml"/><Relationship Id="rId2" Type="http://schemas.openxmlformats.org/officeDocument/2006/relationships/image" Target="../media/image110.png"/><Relationship Id="rId1" Type="http://schemas.openxmlformats.org/officeDocument/2006/relationships/slideLayout" Target="../slideLayouts/slideLayout4.xml"/><Relationship Id="rId4" Type="http://schemas.openxmlformats.org/officeDocument/2006/relationships/image" Target="../media/image11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PH" dirty="0"/>
              <a:t>The normal distribution</a:t>
            </a:r>
          </a:p>
        </p:txBody>
      </p:sp>
      <p:sp>
        <p:nvSpPr>
          <p:cNvPr id="3" name="Subtitle 2"/>
          <p:cNvSpPr>
            <a:spLocks noGrp="1"/>
          </p:cNvSpPr>
          <p:nvPr>
            <p:ph type="subTitle" idx="1"/>
          </p:nvPr>
        </p:nvSpPr>
        <p:spPr/>
        <p:txBody>
          <a:bodyPr/>
          <a:lstStyle/>
          <a:p>
            <a:r>
              <a:rPr lang="en-PH" dirty="0"/>
              <a:t>Chapter 4</a:t>
            </a:r>
          </a:p>
        </p:txBody>
      </p:sp>
    </p:spTree>
    <p:extLst>
      <p:ext uri="{BB962C8B-B14F-4D97-AF65-F5344CB8AC3E}">
        <p14:creationId xmlns:p14="http://schemas.microsoft.com/office/powerpoint/2010/main" val="1490761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Introduction: What is NORMAL?</a:t>
            </a:r>
          </a:p>
        </p:txBody>
      </p:sp>
      <p:sp>
        <p:nvSpPr>
          <p:cNvPr id="3" name="Content Placeholder 2"/>
          <p:cNvSpPr>
            <a:spLocks noGrp="1"/>
          </p:cNvSpPr>
          <p:nvPr>
            <p:ph idx="1"/>
          </p:nvPr>
        </p:nvSpPr>
        <p:spPr/>
        <p:txBody>
          <a:bodyPr>
            <a:normAutofit/>
          </a:bodyPr>
          <a:lstStyle/>
          <a:p>
            <a:pPr marL="114300" indent="0">
              <a:buNone/>
            </a:pPr>
            <a:r>
              <a:rPr lang="en-PH" sz="2800" dirty="0"/>
              <a:t>Medical researchers have determined so-called normal intervals for a person’s blood pressure, cholesterol, triglycerides, and the like. For example, the normal range of systolic blood pressure is 110 to 140. The normal interval for a person’s triglycerides is from 30 to 200 milligrams per deciliter (mg/dl). By measuring these variables, a physician can determine if a patient’s vital statistics are within the normal interval or if some type of treatment is needed to correct a condition and avoid future illnesses. The question then is, How does one determine the so-called normal intervals? </a:t>
            </a:r>
          </a:p>
        </p:txBody>
      </p:sp>
    </p:spTree>
    <p:extLst>
      <p:ext uri="{BB962C8B-B14F-4D97-AF65-F5344CB8AC3E}">
        <p14:creationId xmlns:p14="http://schemas.microsoft.com/office/powerpoint/2010/main" val="3007434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Introduction: What is NORMAL?</a:t>
            </a:r>
          </a:p>
        </p:txBody>
      </p:sp>
      <p:sp>
        <p:nvSpPr>
          <p:cNvPr id="3" name="Content Placeholder 2"/>
          <p:cNvSpPr>
            <a:spLocks noGrp="1"/>
          </p:cNvSpPr>
          <p:nvPr>
            <p:ph idx="1"/>
          </p:nvPr>
        </p:nvSpPr>
        <p:spPr/>
        <p:txBody>
          <a:bodyPr>
            <a:normAutofit/>
          </a:bodyPr>
          <a:lstStyle/>
          <a:p>
            <a:r>
              <a:rPr lang="en-PH" sz="3600" dirty="0"/>
              <a:t>In this chapter, you will learn how researchers determine normal intervals for specific medical tests by using a normal distribution. You will see how the same methods are used to determine the lifetimes of batteries, the strength of ropes, and many other traits.</a:t>
            </a:r>
          </a:p>
        </p:txBody>
      </p:sp>
    </p:spTree>
    <p:extLst>
      <p:ext uri="{BB962C8B-B14F-4D97-AF65-F5344CB8AC3E}">
        <p14:creationId xmlns:p14="http://schemas.microsoft.com/office/powerpoint/2010/main" val="1904653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F887B-334D-6C41-ACEF-BFA9D70DB522}"/>
              </a:ext>
            </a:extLst>
          </p:cNvPr>
          <p:cNvSpPr>
            <a:spLocks noGrp="1"/>
          </p:cNvSpPr>
          <p:nvPr>
            <p:ph type="title"/>
          </p:nvPr>
        </p:nvSpPr>
        <p:spPr/>
        <p:txBody>
          <a:bodyPr>
            <a:normAutofit/>
          </a:bodyPr>
          <a:lstStyle/>
          <a:p>
            <a:r>
              <a:rPr lang="en-US" dirty="0"/>
              <a:t>Histograms for the Distribution of Heights of Adult Women</a:t>
            </a:r>
          </a:p>
        </p:txBody>
      </p:sp>
      <p:pic>
        <p:nvPicPr>
          <p:cNvPr id="5" name="Content Placeholder 4">
            <a:extLst>
              <a:ext uri="{FF2B5EF4-FFF2-40B4-BE49-F238E27FC236}">
                <a16:creationId xmlns:a16="http://schemas.microsoft.com/office/drawing/2014/main" id="{E0064427-6267-D546-A172-21BBC7A5AD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4959" y="1825625"/>
            <a:ext cx="8542081" cy="4351338"/>
          </a:xfr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2C5C5C5-B411-CD4B-A825-6FC20094663A}"/>
                  </a:ext>
                </a:extLst>
              </p14:cNvPr>
              <p14:cNvContentPartPr/>
              <p14:nvPr/>
            </p14:nvContentPartPr>
            <p14:xfrm>
              <a:off x="4729320" y="3535560"/>
              <a:ext cx="5117760" cy="1326600"/>
            </p14:xfrm>
          </p:contentPart>
        </mc:Choice>
        <mc:Fallback xmlns="">
          <p:pic>
            <p:nvPicPr>
              <p:cNvPr id="3" name="Ink 2">
                <a:extLst>
                  <a:ext uri="{FF2B5EF4-FFF2-40B4-BE49-F238E27FC236}">
                    <a16:creationId xmlns:a16="http://schemas.microsoft.com/office/drawing/2014/main" id="{F2C5C5C5-B411-CD4B-A825-6FC20094663A}"/>
                  </a:ext>
                </a:extLst>
              </p:cNvPr>
              <p:cNvPicPr/>
              <p:nvPr/>
            </p:nvPicPr>
            <p:blipFill>
              <a:blip r:embed="rId4"/>
              <a:stretch>
                <a:fillRect/>
              </a:stretch>
            </p:blipFill>
            <p:spPr>
              <a:xfrm>
                <a:off x="4719960" y="3526200"/>
                <a:ext cx="5136480" cy="1345320"/>
              </a:xfrm>
              <a:prstGeom prst="rect">
                <a:avLst/>
              </a:prstGeom>
            </p:spPr>
          </p:pic>
        </mc:Fallback>
      </mc:AlternateContent>
    </p:spTree>
    <p:extLst>
      <p:ext uri="{BB962C8B-B14F-4D97-AF65-F5344CB8AC3E}">
        <p14:creationId xmlns:p14="http://schemas.microsoft.com/office/powerpoint/2010/main" val="1434383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F887B-334D-6C41-ACEF-BFA9D70DB522}"/>
              </a:ext>
            </a:extLst>
          </p:cNvPr>
          <p:cNvSpPr>
            <a:spLocks noGrp="1"/>
          </p:cNvSpPr>
          <p:nvPr>
            <p:ph type="title"/>
          </p:nvPr>
        </p:nvSpPr>
        <p:spPr/>
        <p:txBody>
          <a:bodyPr>
            <a:normAutofit/>
          </a:bodyPr>
          <a:lstStyle/>
          <a:p>
            <a:r>
              <a:rPr lang="en-PH" dirty="0"/>
              <a:t>Normal and Skewed Distributions</a:t>
            </a:r>
          </a:p>
        </p:txBody>
      </p:sp>
      <p:pic>
        <p:nvPicPr>
          <p:cNvPr id="7" name="Content Placeholder 6">
            <a:extLst>
              <a:ext uri="{FF2B5EF4-FFF2-40B4-BE49-F238E27FC236}">
                <a16:creationId xmlns:a16="http://schemas.microsoft.com/office/drawing/2014/main" id="{D760EB11-2B05-534E-AB62-4D6D0FA161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196" y="1825625"/>
            <a:ext cx="10211607" cy="4351338"/>
          </a:xfrm>
        </p:spPr>
      </p:pic>
    </p:spTree>
    <p:extLst>
      <p:ext uri="{BB962C8B-B14F-4D97-AF65-F5344CB8AC3E}">
        <p14:creationId xmlns:p14="http://schemas.microsoft.com/office/powerpoint/2010/main" val="3472924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F887B-334D-6C41-ACEF-BFA9D70DB522}"/>
              </a:ext>
            </a:extLst>
          </p:cNvPr>
          <p:cNvSpPr>
            <a:spLocks noGrp="1"/>
          </p:cNvSpPr>
          <p:nvPr>
            <p:ph type="title"/>
          </p:nvPr>
        </p:nvSpPr>
        <p:spPr/>
        <p:txBody>
          <a:bodyPr>
            <a:normAutofit/>
          </a:bodyPr>
          <a:lstStyle/>
          <a:p>
            <a:r>
              <a:rPr lang="en-PH" dirty="0"/>
              <a:t>Normal and Skewed Distributions</a:t>
            </a:r>
          </a:p>
        </p:txBody>
      </p:sp>
      <p:sp>
        <p:nvSpPr>
          <p:cNvPr id="4" name="Content Placeholder 3">
            <a:extLst>
              <a:ext uri="{FF2B5EF4-FFF2-40B4-BE49-F238E27FC236}">
                <a16:creationId xmlns:a16="http://schemas.microsoft.com/office/drawing/2014/main" id="{6689A5AC-F288-164B-A9CD-46F8D8082590}"/>
              </a:ext>
            </a:extLst>
          </p:cNvPr>
          <p:cNvSpPr>
            <a:spLocks noGrp="1"/>
          </p:cNvSpPr>
          <p:nvPr>
            <p:ph idx="1"/>
          </p:nvPr>
        </p:nvSpPr>
        <p:spPr/>
        <p:txBody>
          <a:bodyPr>
            <a:normAutofit/>
          </a:bodyPr>
          <a:lstStyle/>
          <a:p>
            <a:r>
              <a:rPr lang="en-PH" sz="3200" dirty="0"/>
              <a:t>When the data values are evenly distributed about the mean, a distribution is said to be a symmetric distribution. (A normal distribution is symmetric.) </a:t>
            </a:r>
          </a:p>
          <a:p>
            <a:r>
              <a:rPr lang="en-PH" sz="3200" dirty="0"/>
              <a:t>When the majority of the data values fall to the left or right of the mean, the distribution is said to be skewed. When the majority of the data values fall to the right of the mean, the distribution is said to be a negatively or left-skewed distribution. The mean is to the left of the median, and the mean and the median are to the left of the mode. </a:t>
            </a:r>
          </a:p>
        </p:txBody>
      </p:sp>
    </p:spTree>
    <p:extLst>
      <p:ext uri="{BB962C8B-B14F-4D97-AF65-F5344CB8AC3E}">
        <p14:creationId xmlns:p14="http://schemas.microsoft.com/office/powerpoint/2010/main" val="3730236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F887B-334D-6C41-ACEF-BFA9D70DB522}"/>
              </a:ext>
            </a:extLst>
          </p:cNvPr>
          <p:cNvSpPr>
            <a:spLocks noGrp="1"/>
          </p:cNvSpPr>
          <p:nvPr>
            <p:ph type="title"/>
          </p:nvPr>
        </p:nvSpPr>
        <p:spPr/>
        <p:txBody>
          <a:bodyPr>
            <a:normAutofit/>
          </a:bodyPr>
          <a:lstStyle/>
          <a:p>
            <a:r>
              <a:rPr lang="en-PH" dirty="0"/>
              <a:t>Normal and Skewed Distributions</a:t>
            </a:r>
          </a:p>
        </p:txBody>
      </p:sp>
      <p:sp>
        <p:nvSpPr>
          <p:cNvPr id="4" name="Content Placeholder 3">
            <a:extLst>
              <a:ext uri="{FF2B5EF4-FFF2-40B4-BE49-F238E27FC236}">
                <a16:creationId xmlns:a16="http://schemas.microsoft.com/office/drawing/2014/main" id="{6689A5AC-F288-164B-A9CD-46F8D8082590}"/>
              </a:ext>
            </a:extLst>
          </p:cNvPr>
          <p:cNvSpPr>
            <a:spLocks noGrp="1"/>
          </p:cNvSpPr>
          <p:nvPr>
            <p:ph idx="1"/>
          </p:nvPr>
        </p:nvSpPr>
        <p:spPr/>
        <p:txBody>
          <a:bodyPr>
            <a:normAutofit lnSpcReduction="10000"/>
          </a:bodyPr>
          <a:lstStyle/>
          <a:p>
            <a:r>
              <a:rPr lang="en-PH" sz="3600" dirty="0"/>
              <a:t>When the majority of the data values fall to the left of the mean, a distribution is said to be a positively or right-skewed distribution. The mean falls to the right of the median, and both the mean and the median fall to the right of the mode.</a:t>
            </a:r>
          </a:p>
          <a:p>
            <a:r>
              <a:rPr lang="en-PH" sz="3600" dirty="0"/>
              <a:t>The “tail” of the curve indicates the direction of skewness (right is positive, left is negative). These distributions can be compared with the ones shown in the previous lessons.</a:t>
            </a:r>
          </a:p>
        </p:txBody>
      </p:sp>
    </p:spTree>
    <p:extLst>
      <p:ext uri="{BB962C8B-B14F-4D97-AF65-F5344CB8AC3E}">
        <p14:creationId xmlns:p14="http://schemas.microsoft.com/office/powerpoint/2010/main" val="1510095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dirty="0"/>
              <a:t>Properties of a normal distribution</a:t>
            </a:r>
          </a:p>
        </p:txBody>
      </p:sp>
      <p:sp>
        <p:nvSpPr>
          <p:cNvPr id="4" name="Text Placeholder 3"/>
          <p:cNvSpPr>
            <a:spLocks noGrp="1"/>
          </p:cNvSpPr>
          <p:nvPr>
            <p:ph type="body" idx="1"/>
          </p:nvPr>
        </p:nvSpPr>
        <p:spPr/>
        <p:txBody>
          <a:bodyPr/>
          <a:lstStyle/>
          <a:p>
            <a:r>
              <a:rPr lang="en-PH" dirty="0"/>
              <a:t>Lesson 6.1</a:t>
            </a:r>
          </a:p>
        </p:txBody>
      </p:sp>
    </p:spTree>
    <p:extLst>
      <p:ext uri="{BB962C8B-B14F-4D97-AF65-F5344CB8AC3E}">
        <p14:creationId xmlns:p14="http://schemas.microsoft.com/office/powerpoint/2010/main" val="4011032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sz="2800" dirty="0"/>
              <a:t>Properties of a normal distribution</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Autofit/>
              </a:bodyPr>
              <a:lstStyle/>
              <a:p>
                <a:pPr marL="114300" indent="0">
                  <a:buNone/>
                </a:pPr>
                <a:r>
                  <a:rPr lang="en-PH" sz="2800" dirty="0"/>
                  <a:t>The mathematical equation for a normal distribution is</a:t>
                </a:r>
              </a:p>
              <a:p>
                <a:pPr marL="114300" indent="0" algn="ctr">
                  <a:buNone/>
                </a:pPr>
                <a14:m>
                  <m:oMathPara xmlns:m="http://schemas.openxmlformats.org/officeDocument/2006/math">
                    <m:oMathParaPr>
                      <m:jc m:val="centerGroup"/>
                    </m:oMathParaPr>
                    <m:oMath xmlns:m="http://schemas.openxmlformats.org/officeDocument/2006/math">
                      <m:r>
                        <a:rPr lang="en-PH" sz="2800" i="1">
                          <a:latin typeface="Cambria Math"/>
                        </a:rPr>
                        <m:t>𝑦</m:t>
                      </m:r>
                      <m:r>
                        <a:rPr lang="en-PH" sz="2800" i="1">
                          <a:latin typeface="Cambria Math"/>
                        </a:rPr>
                        <m:t>= </m:t>
                      </m:r>
                      <m:f>
                        <m:fPr>
                          <m:ctrlPr>
                            <a:rPr lang="en-PH" sz="2800" i="1">
                              <a:latin typeface="Cambria Math" panose="02040503050406030204" pitchFamily="18" charset="0"/>
                            </a:rPr>
                          </m:ctrlPr>
                        </m:fPr>
                        <m:num>
                          <m:sSup>
                            <m:sSupPr>
                              <m:ctrlPr>
                                <a:rPr lang="en-PH" sz="2800" i="1">
                                  <a:latin typeface="Cambria Math" panose="02040503050406030204" pitchFamily="18" charset="0"/>
                                </a:rPr>
                              </m:ctrlPr>
                            </m:sSupPr>
                            <m:e>
                              <m:r>
                                <a:rPr lang="en-PH" sz="2800" i="1">
                                  <a:latin typeface="Cambria Math"/>
                                </a:rPr>
                                <m:t>𝑒</m:t>
                              </m:r>
                            </m:e>
                            <m:sup>
                              <m:r>
                                <a:rPr lang="en-PH" sz="2800" i="1">
                                  <a:latin typeface="Cambria Math"/>
                                </a:rPr>
                                <m:t>−</m:t>
                              </m:r>
                              <m:f>
                                <m:fPr>
                                  <m:ctrlPr>
                                    <a:rPr lang="en-PH" sz="2800" i="1">
                                      <a:latin typeface="Cambria Math" panose="02040503050406030204" pitchFamily="18" charset="0"/>
                                    </a:rPr>
                                  </m:ctrlPr>
                                </m:fPr>
                                <m:num>
                                  <m:sSup>
                                    <m:sSupPr>
                                      <m:ctrlPr>
                                        <a:rPr lang="en-PH" sz="2800" i="1">
                                          <a:latin typeface="Cambria Math" panose="02040503050406030204" pitchFamily="18" charset="0"/>
                                        </a:rPr>
                                      </m:ctrlPr>
                                    </m:sSupPr>
                                    <m:e>
                                      <m:r>
                                        <a:rPr lang="en-PH" sz="2800" i="1">
                                          <a:latin typeface="Cambria Math"/>
                                        </a:rPr>
                                        <m:t>(</m:t>
                                      </m:r>
                                      <m:r>
                                        <a:rPr lang="en-PH" sz="2800" i="1">
                                          <a:latin typeface="Cambria Math"/>
                                        </a:rPr>
                                        <m:t>𝑋</m:t>
                                      </m:r>
                                      <m:r>
                                        <a:rPr lang="en-PH" sz="2800" i="1">
                                          <a:latin typeface="Cambria Math"/>
                                        </a:rPr>
                                        <m:t>−</m:t>
                                      </m:r>
                                      <m:r>
                                        <a:rPr lang="en-PH" sz="2800" i="1">
                                          <a:latin typeface="Cambria Math"/>
                                          <a:ea typeface="Cambria Math"/>
                                        </a:rPr>
                                        <m:t>𝜇</m:t>
                                      </m:r>
                                      <m:r>
                                        <a:rPr lang="en-PH" sz="2800" i="1">
                                          <a:latin typeface="Cambria Math"/>
                                          <a:ea typeface="Cambria Math"/>
                                        </a:rPr>
                                        <m:t>)</m:t>
                                      </m:r>
                                    </m:e>
                                    <m:sup>
                                      <m:r>
                                        <a:rPr lang="en-PH" sz="2800" i="1">
                                          <a:latin typeface="Cambria Math"/>
                                        </a:rPr>
                                        <m:t>2</m:t>
                                      </m:r>
                                    </m:sup>
                                  </m:sSup>
                                </m:num>
                                <m:den>
                                  <m:r>
                                    <a:rPr lang="en-PH" sz="2800" i="1">
                                      <a:latin typeface="Cambria Math"/>
                                    </a:rPr>
                                    <m:t>(2</m:t>
                                  </m:r>
                                  <m:sSup>
                                    <m:sSupPr>
                                      <m:ctrlPr>
                                        <a:rPr lang="en-PH" sz="2800" i="1">
                                          <a:latin typeface="Cambria Math" panose="02040503050406030204" pitchFamily="18" charset="0"/>
                                        </a:rPr>
                                      </m:ctrlPr>
                                    </m:sSupPr>
                                    <m:e>
                                      <m:r>
                                        <a:rPr lang="en-PH" sz="2800" i="1">
                                          <a:latin typeface="Cambria Math"/>
                                          <a:ea typeface="Cambria Math"/>
                                        </a:rPr>
                                        <m:t>𝜎</m:t>
                                      </m:r>
                                    </m:e>
                                    <m:sup>
                                      <m:r>
                                        <a:rPr lang="en-PH" sz="2800" i="1">
                                          <a:latin typeface="Cambria Math"/>
                                        </a:rPr>
                                        <m:t>2</m:t>
                                      </m:r>
                                    </m:sup>
                                  </m:sSup>
                                  <m:r>
                                    <a:rPr lang="en-PH" sz="2800" i="1">
                                      <a:latin typeface="Cambria Math"/>
                                    </a:rPr>
                                    <m:t>)</m:t>
                                  </m:r>
                                </m:den>
                              </m:f>
                            </m:sup>
                          </m:sSup>
                        </m:num>
                        <m:den>
                          <m:r>
                            <a:rPr lang="en-PH" sz="2800" i="1">
                              <a:latin typeface="Cambria Math"/>
                              <a:ea typeface="Cambria Math"/>
                            </a:rPr>
                            <m:t>𝜎</m:t>
                          </m:r>
                          <m:rad>
                            <m:radPr>
                              <m:degHide m:val="on"/>
                              <m:ctrlPr>
                                <a:rPr lang="en-PH" sz="2800" i="1">
                                  <a:latin typeface="Cambria Math" panose="02040503050406030204" pitchFamily="18" charset="0"/>
                                  <a:ea typeface="Cambria Math"/>
                                </a:rPr>
                              </m:ctrlPr>
                            </m:radPr>
                            <m:deg/>
                            <m:e>
                              <m:r>
                                <a:rPr lang="en-PH" sz="2800" i="1">
                                  <a:latin typeface="Cambria Math"/>
                                  <a:ea typeface="Cambria Math"/>
                                </a:rPr>
                                <m:t>2</m:t>
                              </m:r>
                              <m:r>
                                <a:rPr lang="en-PH" sz="2800" i="1">
                                  <a:latin typeface="Cambria Math"/>
                                  <a:ea typeface="Cambria Math"/>
                                </a:rPr>
                                <m:t>𝜋</m:t>
                              </m:r>
                            </m:e>
                          </m:rad>
                        </m:den>
                      </m:f>
                    </m:oMath>
                  </m:oMathPara>
                </a14:m>
                <a:endParaRPr lang="en-PH" sz="2800" dirty="0"/>
              </a:p>
              <a:p>
                <a:pPr marL="114300" indent="0">
                  <a:buNone/>
                </a:pPr>
                <a:r>
                  <a:rPr lang="en-PH" sz="2800" dirty="0"/>
                  <a:t>where</a:t>
                </a:r>
              </a:p>
              <a:p>
                <a:pPr marL="114300" indent="0">
                  <a:buNone/>
                </a:pPr>
                <a:r>
                  <a:rPr lang="en-PH" sz="2800" dirty="0"/>
                  <a:t>	</a:t>
                </a:r>
                <a14:m>
                  <m:oMath xmlns:m="http://schemas.openxmlformats.org/officeDocument/2006/math">
                    <m:r>
                      <a:rPr lang="en-PH" sz="2800" i="1">
                        <a:latin typeface="Cambria Math"/>
                      </a:rPr>
                      <m:t>𝑒</m:t>
                    </m:r>
                    <m:r>
                      <a:rPr lang="en-PH" sz="2800" i="1">
                        <a:latin typeface="Cambria Math"/>
                        <a:ea typeface="Cambria Math"/>
                      </a:rPr>
                      <m:t>≈2.718</m:t>
                    </m:r>
                  </m:oMath>
                </a14:m>
                <a:endParaRPr lang="en-PH" sz="2800" dirty="0"/>
              </a:p>
              <a:p>
                <a:pPr marL="114300" indent="0">
                  <a:buNone/>
                </a:pPr>
                <a:r>
                  <a:rPr lang="en-PH" sz="2800" dirty="0"/>
                  <a:t>	</a:t>
                </a:r>
                <a14:m>
                  <m:oMath xmlns:m="http://schemas.openxmlformats.org/officeDocument/2006/math">
                    <m:r>
                      <a:rPr lang="en-PH" sz="2800" i="1">
                        <a:latin typeface="Cambria Math"/>
                        <a:ea typeface="Cambria Math"/>
                      </a:rPr>
                      <m:t>𝜋</m:t>
                    </m:r>
                    <m:r>
                      <a:rPr lang="en-PH" sz="2800" i="1">
                        <a:latin typeface="Cambria Math"/>
                        <a:ea typeface="Cambria Math"/>
                      </a:rPr>
                      <m:t>≈3.14</m:t>
                    </m:r>
                  </m:oMath>
                </a14:m>
                <a:endParaRPr lang="en-PH" sz="2800" dirty="0"/>
              </a:p>
              <a:p>
                <a:pPr marL="114300" indent="0">
                  <a:buNone/>
                </a:pPr>
                <a:r>
                  <a:rPr lang="en-PH" sz="2800" dirty="0"/>
                  <a:t>	</a:t>
                </a:r>
                <a:r>
                  <a:rPr lang="en-PH" sz="2800" dirty="0">
                    <a:ea typeface="Cambria Math"/>
                  </a:rPr>
                  <a:t> </a:t>
                </a:r>
                <a14:m>
                  <m:oMath xmlns:m="http://schemas.openxmlformats.org/officeDocument/2006/math">
                    <m:r>
                      <a:rPr lang="en-PH" sz="2800" i="1">
                        <a:latin typeface="Cambria Math"/>
                        <a:ea typeface="Cambria Math"/>
                      </a:rPr>
                      <m:t>𝜇</m:t>
                    </m:r>
                  </m:oMath>
                </a14:m>
                <a:r>
                  <a:rPr lang="en-PH" sz="2800" dirty="0"/>
                  <a:t> = population mean</a:t>
                </a:r>
              </a:p>
              <a:p>
                <a:pPr marL="114300" indent="0">
                  <a:buNone/>
                </a:pPr>
                <a:r>
                  <a:rPr lang="en-PH" sz="2800" dirty="0"/>
                  <a:t>	</a:t>
                </a:r>
                <a:r>
                  <a:rPr lang="en-PH" sz="2800" dirty="0">
                    <a:ea typeface="Cambria Math"/>
                  </a:rPr>
                  <a:t> </a:t>
                </a:r>
                <a14:m>
                  <m:oMath xmlns:m="http://schemas.openxmlformats.org/officeDocument/2006/math">
                    <m:r>
                      <a:rPr lang="en-PH" sz="2800" i="1">
                        <a:latin typeface="Cambria Math"/>
                        <a:ea typeface="Cambria Math"/>
                      </a:rPr>
                      <m:t>𝜎</m:t>
                    </m:r>
                  </m:oMath>
                </a14:m>
                <a:r>
                  <a:rPr lang="en-PH" sz="2800" dirty="0"/>
                  <a:t> = population standard deviation</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74" t="-1395" b="-13250"/>
                </a:stretch>
              </a:blipFill>
            </p:spPr>
            <p:txBody>
              <a:bodyPr/>
              <a:lstStyle/>
              <a:p>
                <a:r>
                  <a:rPr lang="en-PH">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B55C8A4-6047-664D-9D8C-7743982BA523}"/>
                  </a:ext>
                </a:extLst>
              </p14:cNvPr>
              <p14:cNvContentPartPr/>
              <p14:nvPr/>
            </p14:nvContentPartPr>
            <p14:xfrm>
              <a:off x="6349320" y="2098080"/>
              <a:ext cx="4430880" cy="2063160"/>
            </p14:xfrm>
          </p:contentPart>
        </mc:Choice>
        <mc:Fallback xmlns="">
          <p:pic>
            <p:nvPicPr>
              <p:cNvPr id="2" name="Ink 1">
                <a:extLst>
                  <a:ext uri="{FF2B5EF4-FFF2-40B4-BE49-F238E27FC236}">
                    <a16:creationId xmlns:a16="http://schemas.microsoft.com/office/drawing/2014/main" id="{8B55C8A4-6047-664D-9D8C-7743982BA523}"/>
                  </a:ext>
                </a:extLst>
              </p:cNvPr>
              <p:cNvPicPr/>
              <p:nvPr/>
            </p:nvPicPr>
            <p:blipFill>
              <a:blip r:embed="rId4"/>
              <a:stretch>
                <a:fillRect/>
              </a:stretch>
            </p:blipFill>
            <p:spPr>
              <a:xfrm>
                <a:off x="6339960" y="2088720"/>
                <a:ext cx="4449600" cy="2081880"/>
              </a:xfrm>
              <a:prstGeom prst="rect">
                <a:avLst/>
              </a:prstGeom>
            </p:spPr>
          </p:pic>
        </mc:Fallback>
      </mc:AlternateContent>
    </p:spTree>
    <p:extLst>
      <p:ext uri="{BB962C8B-B14F-4D97-AF65-F5344CB8AC3E}">
        <p14:creationId xmlns:p14="http://schemas.microsoft.com/office/powerpoint/2010/main" val="1471118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sz="4800" dirty="0"/>
              <a:t>Normal Distribution</a:t>
            </a:r>
          </a:p>
        </p:txBody>
      </p:sp>
      <p:sp>
        <p:nvSpPr>
          <p:cNvPr id="5" name="Content Placeholder 4"/>
          <p:cNvSpPr>
            <a:spLocks noGrp="1"/>
          </p:cNvSpPr>
          <p:nvPr>
            <p:ph idx="1"/>
          </p:nvPr>
        </p:nvSpPr>
        <p:spPr/>
        <p:txBody>
          <a:bodyPr>
            <a:noAutofit/>
          </a:bodyPr>
          <a:lstStyle/>
          <a:p>
            <a:r>
              <a:rPr lang="en-PH" sz="4000" dirty="0"/>
              <a:t>The shape and position of a normal distribution curve depend on two parameters, the mean and the standard deviation. </a:t>
            </a:r>
          </a:p>
          <a:p>
            <a:r>
              <a:rPr lang="en-PH" sz="4000" dirty="0"/>
              <a:t>Each normally distributed variable has its own normal distribution curve, which depends on the values of the variable’s mean and standard deviation.</a:t>
            </a:r>
          </a:p>
          <a:p>
            <a:pPr marL="685800" indent="-571500"/>
            <a:endParaRPr lang="en-PH" sz="3600" dirty="0"/>
          </a:p>
        </p:txBody>
      </p:sp>
    </p:spTree>
    <p:extLst>
      <p:ext uri="{BB962C8B-B14F-4D97-AF65-F5344CB8AC3E}">
        <p14:creationId xmlns:p14="http://schemas.microsoft.com/office/powerpoint/2010/main" val="3739255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sz="4800" dirty="0"/>
              <a:t>Normal Distribution</a:t>
            </a:r>
          </a:p>
        </p:txBody>
      </p:sp>
      <p:pic>
        <p:nvPicPr>
          <p:cNvPr id="3" name="Content Placeholder 2">
            <a:extLst>
              <a:ext uri="{FF2B5EF4-FFF2-40B4-BE49-F238E27FC236}">
                <a16:creationId xmlns:a16="http://schemas.microsoft.com/office/drawing/2014/main" id="{74D54E69-B4DC-7C4A-987D-4E042664B2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0626" y="1825625"/>
            <a:ext cx="10250748" cy="4351338"/>
          </a:xfr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B1AB55C-3024-5945-B572-5CBF9E4EBCFC}"/>
                  </a:ext>
                </a:extLst>
              </p14:cNvPr>
              <p14:cNvContentPartPr/>
              <p14:nvPr/>
            </p14:nvContentPartPr>
            <p14:xfrm>
              <a:off x="5874480" y="5240520"/>
              <a:ext cx="3366360" cy="159120"/>
            </p14:xfrm>
          </p:contentPart>
        </mc:Choice>
        <mc:Fallback xmlns="">
          <p:pic>
            <p:nvPicPr>
              <p:cNvPr id="2" name="Ink 1">
                <a:extLst>
                  <a:ext uri="{FF2B5EF4-FFF2-40B4-BE49-F238E27FC236}">
                    <a16:creationId xmlns:a16="http://schemas.microsoft.com/office/drawing/2014/main" id="{1B1AB55C-3024-5945-B572-5CBF9E4EBCFC}"/>
                  </a:ext>
                </a:extLst>
              </p:cNvPr>
              <p:cNvPicPr/>
              <p:nvPr/>
            </p:nvPicPr>
            <p:blipFill>
              <a:blip r:embed="rId4"/>
              <a:stretch>
                <a:fillRect/>
              </a:stretch>
            </p:blipFill>
            <p:spPr>
              <a:xfrm>
                <a:off x="5865120" y="5231160"/>
                <a:ext cx="3385080" cy="177840"/>
              </a:xfrm>
              <a:prstGeom prst="rect">
                <a:avLst/>
              </a:prstGeom>
            </p:spPr>
          </p:pic>
        </mc:Fallback>
      </mc:AlternateContent>
    </p:spTree>
    <p:extLst>
      <p:ext uri="{BB962C8B-B14F-4D97-AF65-F5344CB8AC3E}">
        <p14:creationId xmlns:p14="http://schemas.microsoft.com/office/powerpoint/2010/main" val="3128386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sz="4800" dirty="0"/>
              <a:t>Normal Distribution</a:t>
            </a:r>
          </a:p>
        </p:txBody>
      </p:sp>
      <p:sp>
        <p:nvSpPr>
          <p:cNvPr id="5" name="Content Placeholder 4"/>
          <p:cNvSpPr>
            <a:spLocks noGrp="1"/>
          </p:cNvSpPr>
          <p:nvPr>
            <p:ph idx="1"/>
          </p:nvPr>
        </p:nvSpPr>
        <p:spPr/>
        <p:txBody>
          <a:bodyPr>
            <a:noAutofit/>
          </a:bodyPr>
          <a:lstStyle/>
          <a:p>
            <a:r>
              <a:rPr lang="en-PH" sz="6000" dirty="0"/>
              <a:t>A normal distribution is a continuous, symmetric, bell-shaped distribution of a variable.</a:t>
            </a:r>
          </a:p>
          <a:p>
            <a:pPr marL="685800" indent="-571500"/>
            <a:endParaRPr lang="en-PH" sz="3600"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A363723-464A-D549-92E7-49A84BC5C992}"/>
                  </a:ext>
                </a:extLst>
              </p14:cNvPr>
              <p14:cNvContentPartPr/>
              <p14:nvPr/>
            </p14:nvContentPartPr>
            <p14:xfrm>
              <a:off x="1384920" y="3472200"/>
              <a:ext cx="3979800" cy="43560"/>
            </p14:xfrm>
          </p:contentPart>
        </mc:Choice>
        <mc:Fallback xmlns="">
          <p:pic>
            <p:nvPicPr>
              <p:cNvPr id="2" name="Ink 1">
                <a:extLst>
                  <a:ext uri="{FF2B5EF4-FFF2-40B4-BE49-F238E27FC236}">
                    <a16:creationId xmlns:a16="http://schemas.microsoft.com/office/drawing/2014/main" id="{AA363723-464A-D549-92E7-49A84BC5C992}"/>
                  </a:ext>
                </a:extLst>
              </p:cNvPr>
              <p:cNvPicPr/>
              <p:nvPr/>
            </p:nvPicPr>
            <p:blipFill>
              <a:blip r:embed="rId3"/>
              <a:stretch>
                <a:fillRect/>
              </a:stretch>
            </p:blipFill>
            <p:spPr>
              <a:xfrm>
                <a:off x="1375560" y="3462840"/>
                <a:ext cx="3998520" cy="62280"/>
              </a:xfrm>
              <a:prstGeom prst="rect">
                <a:avLst/>
              </a:prstGeom>
            </p:spPr>
          </p:pic>
        </mc:Fallback>
      </mc:AlternateContent>
    </p:spTree>
    <p:extLst>
      <p:ext uri="{BB962C8B-B14F-4D97-AF65-F5344CB8AC3E}">
        <p14:creationId xmlns:p14="http://schemas.microsoft.com/office/powerpoint/2010/main" val="322108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PH" sz="6000" dirty="0"/>
              <a:t>Properties of a normal distribution</a:t>
            </a:r>
          </a:p>
        </p:txBody>
      </p:sp>
      <p:sp>
        <p:nvSpPr>
          <p:cNvPr id="5" name="Content Placeholder 4"/>
          <p:cNvSpPr>
            <a:spLocks noGrp="1"/>
          </p:cNvSpPr>
          <p:nvPr>
            <p:ph idx="1"/>
          </p:nvPr>
        </p:nvSpPr>
        <p:spPr/>
        <p:txBody>
          <a:bodyPr>
            <a:noAutofit/>
          </a:bodyPr>
          <a:lstStyle/>
          <a:p>
            <a:pPr marL="628650" indent="-514350">
              <a:buAutoNum type="arabicPeriod"/>
            </a:pPr>
            <a:r>
              <a:rPr lang="en-PH" sz="3600" dirty="0"/>
              <a:t>A normal distribution curve is bell-shaped.</a:t>
            </a:r>
          </a:p>
          <a:p>
            <a:pPr marL="628650" indent="-514350">
              <a:buAutoNum type="arabicPeriod"/>
            </a:pPr>
            <a:r>
              <a:rPr lang="en-PH" sz="3600" dirty="0"/>
              <a:t>The mean, median, and mode are equal and are located at the </a:t>
            </a:r>
            <a:r>
              <a:rPr lang="en-PH" sz="3600" dirty="0" err="1"/>
              <a:t>center</a:t>
            </a:r>
            <a:r>
              <a:rPr lang="en-PH" sz="3600" dirty="0"/>
              <a:t> of the distribution.</a:t>
            </a:r>
          </a:p>
          <a:p>
            <a:pPr marL="628650" indent="-514350">
              <a:buAutoNum type="arabicPeriod"/>
            </a:pPr>
            <a:r>
              <a:rPr lang="en-PH" sz="3600" dirty="0"/>
              <a:t>A normal distribution curve unimodal.</a:t>
            </a:r>
          </a:p>
        </p:txBody>
      </p:sp>
    </p:spTree>
    <p:extLst>
      <p:ext uri="{BB962C8B-B14F-4D97-AF65-F5344CB8AC3E}">
        <p14:creationId xmlns:p14="http://schemas.microsoft.com/office/powerpoint/2010/main" val="222626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PH" sz="6000" dirty="0"/>
              <a:t>Properties of a normal distribution</a:t>
            </a:r>
          </a:p>
        </p:txBody>
      </p:sp>
      <p:sp>
        <p:nvSpPr>
          <p:cNvPr id="5" name="Content Placeholder 4"/>
          <p:cNvSpPr>
            <a:spLocks noGrp="1"/>
          </p:cNvSpPr>
          <p:nvPr>
            <p:ph idx="1"/>
          </p:nvPr>
        </p:nvSpPr>
        <p:spPr/>
        <p:txBody>
          <a:bodyPr>
            <a:noAutofit/>
          </a:bodyPr>
          <a:lstStyle/>
          <a:p>
            <a:pPr marL="114300" indent="0">
              <a:buNone/>
            </a:pPr>
            <a:r>
              <a:rPr lang="en-PH" sz="3600" dirty="0"/>
              <a:t>4. The curve is symmetric about the mean, which is equivalent to the saying that its shape is the same on both sides of a vertical line passing through the center.</a:t>
            </a:r>
          </a:p>
          <a:p>
            <a:pPr marL="114300" indent="0">
              <a:buNone/>
            </a:pPr>
            <a:r>
              <a:rPr lang="en-PH" sz="3600" dirty="0"/>
              <a:t>5. The curve is continuous, that is there are no gaps or holes. For each value of X, there is a corresponding value of Y.</a:t>
            </a:r>
          </a:p>
        </p:txBody>
      </p:sp>
    </p:spTree>
    <p:extLst>
      <p:ext uri="{BB962C8B-B14F-4D97-AF65-F5344CB8AC3E}">
        <p14:creationId xmlns:p14="http://schemas.microsoft.com/office/powerpoint/2010/main" val="2001723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PH" sz="6000" dirty="0"/>
              <a:t>Properties of a normal distribution</a:t>
            </a:r>
          </a:p>
        </p:txBody>
      </p:sp>
      <p:sp>
        <p:nvSpPr>
          <p:cNvPr id="5" name="Content Placeholder 4"/>
          <p:cNvSpPr>
            <a:spLocks noGrp="1"/>
          </p:cNvSpPr>
          <p:nvPr>
            <p:ph idx="1"/>
          </p:nvPr>
        </p:nvSpPr>
        <p:spPr/>
        <p:txBody>
          <a:bodyPr>
            <a:noAutofit/>
          </a:bodyPr>
          <a:lstStyle/>
          <a:p>
            <a:pPr marL="114300" indent="0">
              <a:buNone/>
            </a:pPr>
            <a:r>
              <a:rPr lang="en-PH" sz="3600" dirty="0"/>
              <a:t>6. The curve never touches the x-axis. Theoretically, no matter how far in either direction the curve extends, it never meets the x-axis – but it gets increasingly closer.</a:t>
            </a:r>
          </a:p>
          <a:p>
            <a:pPr marL="114300" indent="0">
              <a:buNone/>
            </a:pPr>
            <a:r>
              <a:rPr lang="en-PH" sz="3600" dirty="0"/>
              <a:t>7. The total area under a normal distribution curve is equal to 1.00 or 100%.</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D35E895-5737-FD4D-AEE6-154F3B808FCB}"/>
                  </a:ext>
                </a:extLst>
              </p14:cNvPr>
              <p14:cNvContentPartPr/>
              <p14:nvPr/>
            </p14:nvContentPartPr>
            <p14:xfrm>
              <a:off x="5079600" y="3979440"/>
              <a:ext cx="4966920" cy="1661040"/>
            </p14:xfrm>
          </p:contentPart>
        </mc:Choice>
        <mc:Fallback xmlns="">
          <p:pic>
            <p:nvPicPr>
              <p:cNvPr id="2" name="Ink 1">
                <a:extLst>
                  <a:ext uri="{FF2B5EF4-FFF2-40B4-BE49-F238E27FC236}">
                    <a16:creationId xmlns:a16="http://schemas.microsoft.com/office/drawing/2014/main" id="{4D35E895-5737-FD4D-AEE6-154F3B808FCB}"/>
                  </a:ext>
                </a:extLst>
              </p:cNvPr>
              <p:cNvPicPr/>
              <p:nvPr/>
            </p:nvPicPr>
            <p:blipFill>
              <a:blip r:embed="rId3"/>
              <a:stretch>
                <a:fillRect/>
              </a:stretch>
            </p:blipFill>
            <p:spPr>
              <a:xfrm>
                <a:off x="5070240" y="3970080"/>
                <a:ext cx="4985640" cy="1679760"/>
              </a:xfrm>
              <a:prstGeom prst="rect">
                <a:avLst/>
              </a:prstGeom>
            </p:spPr>
          </p:pic>
        </mc:Fallback>
      </mc:AlternateContent>
    </p:spTree>
    <p:extLst>
      <p:ext uri="{BB962C8B-B14F-4D97-AF65-F5344CB8AC3E}">
        <p14:creationId xmlns:p14="http://schemas.microsoft.com/office/powerpoint/2010/main" val="395643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PH" sz="6000" dirty="0"/>
              <a:t>Properties of a normal distribution</a:t>
            </a:r>
          </a:p>
        </p:txBody>
      </p:sp>
      <p:sp>
        <p:nvSpPr>
          <p:cNvPr id="5" name="Content Placeholder 4"/>
          <p:cNvSpPr>
            <a:spLocks noGrp="1"/>
          </p:cNvSpPr>
          <p:nvPr>
            <p:ph idx="1"/>
          </p:nvPr>
        </p:nvSpPr>
        <p:spPr/>
        <p:txBody>
          <a:bodyPr>
            <a:noAutofit/>
          </a:bodyPr>
          <a:lstStyle/>
          <a:p>
            <a:pPr marL="114300" indent="0">
              <a:buNone/>
            </a:pPr>
            <a:r>
              <a:rPr lang="en-PH" sz="3600" dirty="0"/>
              <a:t>8. The area under the part of a normal curve that lies within 1 standard deviation of the mean is approximately 0.68 or 68%; within 2 standard deviations, about 0.95 or 95% and within 3 standard deviations, about 0.997 or 99.7%.</a:t>
            </a:r>
          </a:p>
        </p:txBody>
      </p:sp>
    </p:spTree>
    <p:extLst>
      <p:ext uri="{BB962C8B-B14F-4D97-AF65-F5344CB8AC3E}">
        <p14:creationId xmlns:p14="http://schemas.microsoft.com/office/powerpoint/2010/main" val="230898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PH" sz="6000" dirty="0"/>
              <a:t>Properties of a normal distribution</a:t>
            </a:r>
          </a:p>
        </p:txBody>
      </p:sp>
      <p:pic>
        <p:nvPicPr>
          <p:cNvPr id="3" name="Content Placeholder 2">
            <a:extLst>
              <a:ext uri="{FF2B5EF4-FFF2-40B4-BE49-F238E27FC236}">
                <a16:creationId xmlns:a16="http://schemas.microsoft.com/office/drawing/2014/main" id="{F8F9BFE4-CC74-5B4F-B02E-57BF32E920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1992" y="1825625"/>
            <a:ext cx="7308016" cy="4351338"/>
          </a:xfrm>
        </p:spPr>
      </p:pic>
    </p:spTree>
    <p:extLst>
      <p:ext uri="{BB962C8B-B14F-4D97-AF65-F5344CB8AC3E}">
        <p14:creationId xmlns:p14="http://schemas.microsoft.com/office/powerpoint/2010/main" val="4114965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THE STANDARD normal distribution</a:t>
            </a:r>
          </a:p>
        </p:txBody>
      </p:sp>
      <p:sp>
        <p:nvSpPr>
          <p:cNvPr id="5" name="Text Placeholder 4"/>
          <p:cNvSpPr>
            <a:spLocks noGrp="1"/>
          </p:cNvSpPr>
          <p:nvPr>
            <p:ph type="body" idx="1"/>
          </p:nvPr>
        </p:nvSpPr>
        <p:spPr/>
        <p:txBody>
          <a:bodyPr/>
          <a:lstStyle/>
          <a:p>
            <a:r>
              <a:rPr lang="en-PH" dirty="0"/>
              <a:t>Lesson 6.2 </a:t>
            </a:r>
          </a:p>
        </p:txBody>
      </p:sp>
    </p:spTree>
    <p:extLst>
      <p:ext uri="{BB962C8B-B14F-4D97-AF65-F5344CB8AC3E}">
        <p14:creationId xmlns:p14="http://schemas.microsoft.com/office/powerpoint/2010/main" val="2186291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Standard normal distribution</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rmAutofit/>
              </a:bodyPr>
              <a:lstStyle/>
              <a:p>
                <a:pPr marL="114300" indent="0">
                  <a:buNone/>
                </a:pPr>
                <a:r>
                  <a:rPr lang="en-PH" sz="4400" dirty="0"/>
                  <a:t>The </a:t>
                </a:r>
                <a:r>
                  <a:rPr lang="en-PH" sz="4400" b="1" dirty="0"/>
                  <a:t>standard normal distribution</a:t>
                </a:r>
                <a:r>
                  <a:rPr lang="en-PH" sz="4400" dirty="0"/>
                  <a:t> is a normal distribution with a mean of 0 and a standard deviation of 1.</a:t>
                </a:r>
              </a:p>
              <a:p>
                <a:r>
                  <a:rPr lang="en-PH" sz="4400" dirty="0"/>
                  <a:t>Equation: </a:t>
                </a:r>
                <a14:m>
                  <m:oMath xmlns:m="http://schemas.openxmlformats.org/officeDocument/2006/math">
                    <m:r>
                      <a:rPr lang="en-PH" sz="4400" i="1">
                        <a:latin typeface="Cambria Math"/>
                      </a:rPr>
                      <m:t>𝑦</m:t>
                    </m:r>
                    <m:r>
                      <a:rPr lang="en-PH" sz="4400" i="1">
                        <a:latin typeface="Cambria Math"/>
                      </a:rPr>
                      <m:t>=</m:t>
                    </m:r>
                    <m:f>
                      <m:fPr>
                        <m:ctrlPr>
                          <a:rPr lang="en-PH" sz="4400" i="1">
                            <a:latin typeface="Cambria Math" panose="02040503050406030204" pitchFamily="18" charset="0"/>
                          </a:rPr>
                        </m:ctrlPr>
                      </m:fPr>
                      <m:num>
                        <m:sSup>
                          <m:sSupPr>
                            <m:ctrlPr>
                              <a:rPr lang="en-PH" sz="4400" i="1">
                                <a:latin typeface="Cambria Math" panose="02040503050406030204" pitchFamily="18" charset="0"/>
                              </a:rPr>
                            </m:ctrlPr>
                          </m:sSupPr>
                          <m:e>
                            <m:r>
                              <a:rPr lang="en-PH" sz="4400" i="1">
                                <a:latin typeface="Cambria Math"/>
                              </a:rPr>
                              <m:t>𝑒</m:t>
                            </m:r>
                          </m:e>
                          <m:sup>
                            <m:r>
                              <a:rPr lang="en-PH" sz="4400" i="1">
                                <a:latin typeface="Cambria Math"/>
                              </a:rPr>
                              <m:t>−</m:t>
                            </m:r>
                            <m:f>
                              <m:fPr>
                                <m:ctrlPr>
                                  <a:rPr lang="en-PH" sz="4400" i="1">
                                    <a:latin typeface="Cambria Math" panose="02040503050406030204" pitchFamily="18" charset="0"/>
                                  </a:rPr>
                                </m:ctrlPr>
                              </m:fPr>
                              <m:num>
                                <m:sSup>
                                  <m:sSupPr>
                                    <m:ctrlPr>
                                      <a:rPr lang="en-PH" sz="4400" i="1">
                                        <a:latin typeface="Cambria Math" panose="02040503050406030204" pitchFamily="18" charset="0"/>
                                      </a:rPr>
                                    </m:ctrlPr>
                                  </m:sSupPr>
                                  <m:e>
                                    <m:r>
                                      <a:rPr lang="en-PH" sz="4400" i="1">
                                        <a:latin typeface="Cambria Math"/>
                                      </a:rPr>
                                      <m:t>𝑧</m:t>
                                    </m:r>
                                  </m:e>
                                  <m:sup>
                                    <m:r>
                                      <a:rPr lang="en-PH" sz="4400" i="1">
                                        <a:latin typeface="Cambria Math"/>
                                      </a:rPr>
                                      <m:t>2</m:t>
                                    </m:r>
                                  </m:sup>
                                </m:sSup>
                              </m:num>
                              <m:den>
                                <m:r>
                                  <a:rPr lang="en-PH" sz="4400" i="1">
                                    <a:latin typeface="Cambria Math"/>
                                  </a:rPr>
                                  <m:t>2</m:t>
                                </m:r>
                              </m:den>
                            </m:f>
                          </m:sup>
                        </m:sSup>
                      </m:num>
                      <m:den>
                        <m:rad>
                          <m:radPr>
                            <m:degHide m:val="on"/>
                            <m:ctrlPr>
                              <a:rPr lang="en-PH" sz="4400" i="1">
                                <a:latin typeface="Cambria Math" panose="02040503050406030204" pitchFamily="18" charset="0"/>
                              </a:rPr>
                            </m:ctrlPr>
                          </m:radPr>
                          <m:deg/>
                          <m:e>
                            <m:r>
                              <a:rPr lang="en-PH" sz="4400" i="1">
                                <a:latin typeface="Cambria Math"/>
                              </a:rPr>
                              <m:t>2</m:t>
                            </m:r>
                            <m:r>
                              <a:rPr lang="en-PH" sz="4400" i="1">
                                <a:latin typeface="Cambria Math"/>
                                <a:ea typeface="Cambria Math"/>
                              </a:rPr>
                              <m:t>𝜋</m:t>
                            </m:r>
                          </m:e>
                        </m:rad>
                      </m:den>
                    </m:f>
                  </m:oMath>
                </a14:m>
                <a:endParaRPr lang="en-PH" sz="44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2171" t="-436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EAC0D5C-3088-284C-BFB5-2197B40981DB}"/>
                  </a:ext>
                </a:extLst>
              </p14:cNvPr>
              <p14:cNvContentPartPr/>
              <p14:nvPr/>
            </p14:nvContentPartPr>
            <p14:xfrm>
              <a:off x="2332440" y="2419560"/>
              <a:ext cx="1993680" cy="28440"/>
            </p14:xfrm>
          </p:contentPart>
        </mc:Choice>
        <mc:Fallback xmlns="">
          <p:pic>
            <p:nvPicPr>
              <p:cNvPr id="2" name="Ink 1">
                <a:extLst>
                  <a:ext uri="{FF2B5EF4-FFF2-40B4-BE49-F238E27FC236}">
                    <a16:creationId xmlns:a16="http://schemas.microsoft.com/office/drawing/2014/main" id="{0EAC0D5C-3088-284C-BFB5-2197B40981DB}"/>
                  </a:ext>
                </a:extLst>
              </p:cNvPr>
              <p:cNvPicPr/>
              <p:nvPr/>
            </p:nvPicPr>
            <p:blipFill>
              <a:blip r:embed="rId4"/>
              <a:stretch>
                <a:fillRect/>
              </a:stretch>
            </p:blipFill>
            <p:spPr>
              <a:xfrm>
                <a:off x="2323080" y="2410200"/>
                <a:ext cx="2012400" cy="47160"/>
              </a:xfrm>
              <a:prstGeom prst="rect">
                <a:avLst/>
              </a:prstGeom>
            </p:spPr>
          </p:pic>
        </mc:Fallback>
      </mc:AlternateContent>
    </p:spTree>
    <p:extLst>
      <p:ext uri="{BB962C8B-B14F-4D97-AF65-F5344CB8AC3E}">
        <p14:creationId xmlns:p14="http://schemas.microsoft.com/office/powerpoint/2010/main" val="429971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Standard normal distribution</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rmAutofit/>
              </a:bodyPr>
              <a:lstStyle/>
              <a:p>
                <a:r>
                  <a:rPr lang="en-PH" sz="4400" dirty="0"/>
                  <a:t>All normally distributed variables can be transformed into the standard normally variable by using the formula for the standard score:</a:t>
                </a:r>
              </a:p>
              <a:p>
                <a:pPr marL="114300" indent="0" algn="ctr">
                  <a:buNone/>
                </a:pPr>
                <a14:m>
                  <m:oMathPara xmlns:m="http://schemas.openxmlformats.org/officeDocument/2006/math">
                    <m:oMathParaPr>
                      <m:jc m:val="centerGroup"/>
                    </m:oMathParaPr>
                    <m:oMath xmlns:m="http://schemas.openxmlformats.org/officeDocument/2006/math">
                      <m:r>
                        <a:rPr lang="en-PH" sz="4400" i="1">
                          <a:latin typeface="Cambria Math"/>
                        </a:rPr>
                        <m:t>𝑧</m:t>
                      </m:r>
                      <m:r>
                        <a:rPr lang="en-PH" sz="4400" i="1">
                          <a:latin typeface="Cambria Math"/>
                        </a:rPr>
                        <m:t>=</m:t>
                      </m:r>
                      <m:f>
                        <m:fPr>
                          <m:ctrlPr>
                            <a:rPr lang="en-PH" sz="4400" i="1">
                              <a:latin typeface="Cambria Math" panose="02040503050406030204" pitchFamily="18" charset="0"/>
                            </a:rPr>
                          </m:ctrlPr>
                        </m:fPr>
                        <m:num>
                          <m:r>
                            <a:rPr lang="en-PH" sz="4400" i="1">
                              <a:latin typeface="Cambria Math"/>
                            </a:rPr>
                            <m:t>𝑣𝑎𝑙𝑢𝑒</m:t>
                          </m:r>
                          <m:r>
                            <a:rPr lang="en-PH" sz="4400" i="1">
                              <a:latin typeface="Cambria Math"/>
                            </a:rPr>
                            <m:t> −</m:t>
                          </m:r>
                          <m:r>
                            <a:rPr lang="en-PH" sz="4400" i="1">
                              <a:latin typeface="Cambria Math"/>
                            </a:rPr>
                            <m:t>𝑚𝑒𝑎𝑛</m:t>
                          </m:r>
                        </m:num>
                        <m:den>
                          <m:r>
                            <a:rPr lang="en-PH" sz="4400" i="1">
                              <a:latin typeface="Cambria Math"/>
                            </a:rPr>
                            <m:t>𝑠</m:t>
                          </m:r>
                        </m:den>
                      </m:f>
                    </m:oMath>
                  </m:oMathPara>
                </a14:m>
                <a:endParaRPr lang="en-PH" sz="44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2171" t="-4360"/>
                </a:stretch>
              </a:blipFill>
            </p:spPr>
            <p:txBody>
              <a:bodyPr/>
              <a:lstStyle/>
              <a:p>
                <a:r>
                  <a:rPr lang="en-US">
                    <a:noFill/>
                  </a:rPr>
                  <a:t> </a:t>
                </a:r>
              </a:p>
            </p:txBody>
          </p:sp>
        </mc:Fallback>
      </mc:AlternateContent>
    </p:spTree>
    <p:extLst>
      <p:ext uri="{BB962C8B-B14F-4D97-AF65-F5344CB8AC3E}">
        <p14:creationId xmlns:p14="http://schemas.microsoft.com/office/powerpoint/2010/main" val="766139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D8A68-8004-8C45-9983-B6ED2C79AEC6}"/>
              </a:ext>
            </a:extLst>
          </p:cNvPr>
          <p:cNvSpPr>
            <a:spLocks noGrp="1"/>
          </p:cNvSpPr>
          <p:nvPr>
            <p:ph type="title"/>
          </p:nvPr>
        </p:nvSpPr>
        <p:spPr/>
        <p:txBody>
          <a:bodyPr/>
          <a:lstStyle/>
          <a:p>
            <a:r>
              <a:rPr lang="en-US" dirty="0"/>
              <a:t>Standard Normal Distribution</a:t>
            </a:r>
          </a:p>
        </p:txBody>
      </p:sp>
      <p:pic>
        <p:nvPicPr>
          <p:cNvPr id="5" name="Content Placeholder 4">
            <a:extLst>
              <a:ext uri="{FF2B5EF4-FFF2-40B4-BE49-F238E27FC236}">
                <a16:creationId xmlns:a16="http://schemas.microsoft.com/office/drawing/2014/main" id="{7AE1ABF7-2370-2E49-837E-16BBB2DE84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4554" y="1825625"/>
            <a:ext cx="9402891" cy="4351338"/>
          </a:xfr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522E420-4678-CB45-B51B-E0E61B412829}"/>
                  </a:ext>
                </a:extLst>
              </p14:cNvPr>
              <p14:cNvContentPartPr/>
              <p14:nvPr/>
            </p14:nvContentPartPr>
            <p14:xfrm>
              <a:off x="4919400" y="5667840"/>
              <a:ext cx="2349360" cy="456480"/>
            </p14:xfrm>
          </p:contentPart>
        </mc:Choice>
        <mc:Fallback xmlns="">
          <p:pic>
            <p:nvPicPr>
              <p:cNvPr id="3" name="Ink 2">
                <a:extLst>
                  <a:ext uri="{FF2B5EF4-FFF2-40B4-BE49-F238E27FC236}">
                    <a16:creationId xmlns:a16="http://schemas.microsoft.com/office/drawing/2014/main" id="{F522E420-4678-CB45-B51B-E0E61B412829}"/>
                  </a:ext>
                </a:extLst>
              </p:cNvPr>
              <p:cNvPicPr/>
              <p:nvPr/>
            </p:nvPicPr>
            <p:blipFill>
              <a:blip r:embed="rId4"/>
              <a:stretch>
                <a:fillRect/>
              </a:stretch>
            </p:blipFill>
            <p:spPr>
              <a:xfrm>
                <a:off x="4910040" y="5658480"/>
                <a:ext cx="2368080" cy="475200"/>
              </a:xfrm>
              <a:prstGeom prst="rect">
                <a:avLst/>
              </a:prstGeom>
            </p:spPr>
          </p:pic>
        </mc:Fallback>
      </mc:AlternateContent>
    </p:spTree>
    <p:extLst>
      <p:ext uri="{BB962C8B-B14F-4D97-AF65-F5344CB8AC3E}">
        <p14:creationId xmlns:p14="http://schemas.microsoft.com/office/powerpoint/2010/main" val="2784670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idx="1"/>
          </p:nvPr>
        </p:nvSpPr>
        <p:spPr/>
        <p:txBody>
          <a:bodyPr/>
          <a:lstStyle/>
          <a:p>
            <a:pPr marL="0" indent="0">
              <a:buNone/>
            </a:pPr>
            <a:r>
              <a:rPr lang="en-PH" sz="5400" b="1" dirty="0"/>
              <a:t>Step 1 </a:t>
            </a:r>
            <a:r>
              <a:rPr lang="en-PH" sz="5400" dirty="0"/>
              <a:t>Draw the normal distribution curve and shade the area.</a:t>
            </a:r>
          </a:p>
          <a:p>
            <a:pPr marL="0" indent="0">
              <a:buNone/>
            </a:pPr>
            <a:r>
              <a:rPr lang="en-PH" sz="5400" b="1" dirty="0"/>
              <a:t>Step 2 </a:t>
            </a:r>
            <a:r>
              <a:rPr lang="en-PH" sz="5400" dirty="0"/>
              <a:t>Find the appropriate figure in the Procedure Table and follow the directions given.</a:t>
            </a:r>
          </a:p>
          <a:p>
            <a:endParaRPr lang="en-US" dirty="0"/>
          </a:p>
        </p:txBody>
      </p:sp>
    </p:spTree>
    <p:extLst>
      <p:ext uri="{BB962C8B-B14F-4D97-AF65-F5344CB8AC3E}">
        <p14:creationId xmlns:p14="http://schemas.microsoft.com/office/powerpoint/2010/main" val="3952565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idx="1"/>
          </p:nvPr>
        </p:nvSpPr>
        <p:spPr/>
        <p:txBody>
          <a:bodyPr/>
          <a:lstStyle/>
          <a:p>
            <a:pPr marL="0" indent="0">
              <a:buNone/>
            </a:pPr>
            <a:r>
              <a:rPr lang="en-PH" sz="5400" b="1" dirty="0"/>
              <a:t>Step 1 </a:t>
            </a:r>
            <a:r>
              <a:rPr lang="en-PH" sz="5400" dirty="0"/>
              <a:t>Draw the normal distribution curve and shade the area.</a:t>
            </a:r>
          </a:p>
          <a:p>
            <a:pPr marL="0" indent="0">
              <a:buNone/>
            </a:pPr>
            <a:r>
              <a:rPr lang="en-PH" sz="5400" b="1" dirty="0"/>
              <a:t>Step 2 </a:t>
            </a:r>
            <a:r>
              <a:rPr lang="en-PH" sz="5400" dirty="0"/>
              <a:t>Find the appropriate figure in the Procedure Table and follow the directions given.</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1763B0E-D6DE-D741-94D3-9CD486489E16}"/>
                  </a:ext>
                </a:extLst>
              </p14:cNvPr>
              <p14:cNvContentPartPr/>
              <p14:nvPr/>
            </p14:nvContentPartPr>
            <p14:xfrm>
              <a:off x="6894360" y="6049800"/>
              <a:ext cx="360" cy="360"/>
            </p14:xfrm>
          </p:contentPart>
        </mc:Choice>
        <mc:Fallback xmlns="">
          <p:pic>
            <p:nvPicPr>
              <p:cNvPr id="4" name="Ink 3">
                <a:extLst>
                  <a:ext uri="{FF2B5EF4-FFF2-40B4-BE49-F238E27FC236}">
                    <a16:creationId xmlns:a16="http://schemas.microsoft.com/office/drawing/2014/main" id="{E1763B0E-D6DE-D741-94D3-9CD486489E16}"/>
                  </a:ext>
                </a:extLst>
              </p:cNvPr>
              <p:cNvPicPr/>
              <p:nvPr/>
            </p:nvPicPr>
            <p:blipFill>
              <a:blip r:embed="rId3"/>
              <a:stretch>
                <a:fillRect/>
              </a:stretch>
            </p:blipFill>
            <p:spPr>
              <a:xfrm>
                <a:off x="6885000" y="6040440"/>
                <a:ext cx="19080" cy="19080"/>
              </a:xfrm>
              <a:prstGeom prst="rect">
                <a:avLst/>
              </a:prstGeom>
            </p:spPr>
          </p:pic>
        </mc:Fallback>
      </mc:AlternateContent>
    </p:spTree>
    <p:extLst>
      <p:ext uri="{BB962C8B-B14F-4D97-AF65-F5344CB8AC3E}">
        <p14:creationId xmlns:p14="http://schemas.microsoft.com/office/powerpoint/2010/main" val="3380212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838200" y="1825625"/>
            <a:ext cx="10363200" cy="1603375"/>
          </a:xfrm>
        </p:spPr>
        <p:txBody>
          <a:bodyPr>
            <a:normAutofit/>
          </a:bodyPr>
          <a:lstStyle/>
          <a:p>
            <a:r>
              <a:rPr lang="en-PH" sz="3200" dirty="0"/>
              <a:t>To the left of any z value:</a:t>
            </a:r>
          </a:p>
          <a:p>
            <a:r>
              <a:rPr lang="en-PH" sz="3200" dirty="0"/>
              <a:t>Look up the z value in the table and use the area given.</a:t>
            </a:r>
          </a:p>
          <a:p>
            <a:endParaRPr lang="en-US" dirty="0"/>
          </a:p>
        </p:txBody>
      </p:sp>
      <p:pic>
        <p:nvPicPr>
          <p:cNvPr id="6" name="Content Placeholder 5">
            <a:extLst>
              <a:ext uri="{FF2B5EF4-FFF2-40B4-BE49-F238E27FC236}">
                <a16:creationId xmlns:a16="http://schemas.microsoft.com/office/drawing/2014/main" id="{B09C0E26-ACF4-204F-8DDD-995683165E5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943100" y="3429000"/>
            <a:ext cx="8305800" cy="2895239"/>
          </a:xfr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B2987F9-A9D3-3346-898E-7C25505C88DB}"/>
                  </a:ext>
                </a:extLst>
              </p14:cNvPr>
              <p14:cNvContentPartPr/>
              <p14:nvPr/>
            </p14:nvContentPartPr>
            <p14:xfrm>
              <a:off x="4604760" y="1370880"/>
              <a:ext cx="4745160" cy="4624920"/>
            </p14:xfrm>
          </p:contentPart>
        </mc:Choice>
        <mc:Fallback xmlns="">
          <p:pic>
            <p:nvPicPr>
              <p:cNvPr id="4" name="Ink 3">
                <a:extLst>
                  <a:ext uri="{FF2B5EF4-FFF2-40B4-BE49-F238E27FC236}">
                    <a16:creationId xmlns:a16="http://schemas.microsoft.com/office/drawing/2014/main" id="{9B2987F9-A9D3-3346-898E-7C25505C88DB}"/>
                  </a:ext>
                </a:extLst>
              </p:cNvPr>
              <p:cNvPicPr/>
              <p:nvPr/>
            </p:nvPicPr>
            <p:blipFill>
              <a:blip r:embed="rId4"/>
              <a:stretch>
                <a:fillRect/>
              </a:stretch>
            </p:blipFill>
            <p:spPr>
              <a:xfrm>
                <a:off x="4595400" y="1361520"/>
                <a:ext cx="4763880" cy="4643640"/>
              </a:xfrm>
              <a:prstGeom prst="rect">
                <a:avLst/>
              </a:prstGeom>
            </p:spPr>
          </p:pic>
        </mc:Fallback>
      </mc:AlternateContent>
    </p:spTree>
    <p:extLst>
      <p:ext uri="{BB962C8B-B14F-4D97-AF65-F5344CB8AC3E}">
        <p14:creationId xmlns:p14="http://schemas.microsoft.com/office/powerpoint/2010/main" val="1665406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838200" y="1825625"/>
            <a:ext cx="10363200" cy="1603375"/>
          </a:xfrm>
        </p:spPr>
        <p:txBody>
          <a:bodyPr>
            <a:normAutofit fontScale="92500"/>
          </a:bodyPr>
          <a:lstStyle/>
          <a:p>
            <a:r>
              <a:rPr lang="en-PH" sz="4000" dirty="0"/>
              <a:t>To the right of any z value:</a:t>
            </a:r>
          </a:p>
          <a:p>
            <a:r>
              <a:rPr lang="en-PH" sz="4000" dirty="0"/>
              <a:t>Look up the z value and subtract the area from 1.</a:t>
            </a:r>
          </a:p>
        </p:txBody>
      </p:sp>
      <p:pic>
        <p:nvPicPr>
          <p:cNvPr id="8" name="Content Placeholder 7">
            <a:extLst>
              <a:ext uri="{FF2B5EF4-FFF2-40B4-BE49-F238E27FC236}">
                <a16:creationId xmlns:a16="http://schemas.microsoft.com/office/drawing/2014/main" id="{AD163426-D709-DC47-8861-2F39D3E740A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447800" y="3429000"/>
            <a:ext cx="9296400" cy="2953150"/>
          </a:xfr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AB811A3-4EFB-0040-A594-6F024F12774B}"/>
                  </a:ext>
                </a:extLst>
              </p14:cNvPr>
              <p14:cNvContentPartPr/>
              <p14:nvPr/>
            </p14:nvContentPartPr>
            <p14:xfrm>
              <a:off x="1900080" y="4708440"/>
              <a:ext cx="8586000" cy="1471320"/>
            </p14:xfrm>
          </p:contentPart>
        </mc:Choice>
        <mc:Fallback xmlns="">
          <p:pic>
            <p:nvPicPr>
              <p:cNvPr id="4" name="Ink 3">
                <a:extLst>
                  <a:ext uri="{FF2B5EF4-FFF2-40B4-BE49-F238E27FC236}">
                    <a16:creationId xmlns:a16="http://schemas.microsoft.com/office/drawing/2014/main" id="{8AB811A3-4EFB-0040-A594-6F024F12774B}"/>
                  </a:ext>
                </a:extLst>
              </p:cNvPr>
              <p:cNvPicPr/>
              <p:nvPr/>
            </p:nvPicPr>
            <p:blipFill>
              <a:blip r:embed="rId4"/>
              <a:stretch>
                <a:fillRect/>
              </a:stretch>
            </p:blipFill>
            <p:spPr>
              <a:xfrm>
                <a:off x="1890720" y="4699080"/>
                <a:ext cx="8604720" cy="1490040"/>
              </a:xfrm>
              <a:prstGeom prst="rect">
                <a:avLst/>
              </a:prstGeom>
            </p:spPr>
          </p:pic>
        </mc:Fallback>
      </mc:AlternateContent>
    </p:spTree>
    <p:extLst>
      <p:ext uri="{BB962C8B-B14F-4D97-AF65-F5344CB8AC3E}">
        <p14:creationId xmlns:p14="http://schemas.microsoft.com/office/powerpoint/2010/main" val="3548960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838200" y="1825625"/>
            <a:ext cx="10363200" cy="1603375"/>
          </a:xfrm>
        </p:spPr>
        <p:txBody>
          <a:bodyPr>
            <a:normAutofit/>
          </a:bodyPr>
          <a:lstStyle/>
          <a:p>
            <a:r>
              <a:rPr lang="en-PH" sz="3200" dirty="0"/>
              <a:t>Between any two z values:</a:t>
            </a:r>
          </a:p>
          <a:p>
            <a:r>
              <a:rPr lang="en-PH" sz="3200" dirty="0"/>
              <a:t>Look up both z values and subtract the corresponding areas.</a:t>
            </a:r>
          </a:p>
        </p:txBody>
      </p:sp>
      <p:pic>
        <p:nvPicPr>
          <p:cNvPr id="7" name="Content Placeholder 6">
            <a:extLst>
              <a:ext uri="{FF2B5EF4-FFF2-40B4-BE49-F238E27FC236}">
                <a16:creationId xmlns:a16="http://schemas.microsoft.com/office/drawing/2014/main" id="{146D5F96-F74E-CB4C-9DC5-2772EDB8270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07308" y="3724146"/>
            <a:ext cx="10805702" cy="2273043"/>
          </a:xfr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A32CF74-847F-0846-8946-BA840758112E}"/>
                  </a:ext>
                </a:extLst>
              </p14:cNvPr>
              <p14:cNvContentPartPr/>
              <p14:nvPr/>
            </p14:nvContentPartPr>
            <p14:xfrm>
              <a:off x="937800" y="4687920"/>
              <a:ext cx="2571840" cy="1782000"/>
            </p14:xfrm>
          </p:contentPart>
        </mc:Choice>
        <mc:Fallback xmlns="">
          <p:pic>
            <p:nvPicPr>
              <p:cNvPr id="4" name="Ink 3">
                <a:extLst>
                  <a:ext uri="{FF2B5EF4-FFF2-40B4-BE49-F238E27FC236}">
                    <a16:creationId xmlns:a16="http://schemas.microsoft.com/office/drawing/2014/main" id="{5A32CF74-847F-0846-8946-BA840758112E}"/>
                  </a:ext>
                </a:extLst>
              </p:cNvPr>
              <p:cNvPicPr/>
              <p:nvPr/>
            </p:nvPicPr>
            <p:blipFill>
              <a:blip r:embed="rId4"/>
              <a:stretch>
                <a:fillRect/>
              </a:stretch>
            </p:blipFill>
            <p:spPr>
              <a:xfrm>
                <a:off x="928440" y="4678560"/>
                <a:ext cx="2590560" cy="1800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28842E9-A7DF-B948-9EF3-296799990649}"/>
                  </a:ext>
                </a:extLst>
              </p14:cNvPr>
              <p14:cNvContentPartPr/>
              <p14:nvPr/>
            </p14:nvContentPartPr>
            <p14:xfrm>
              <a:off x="1740960" y="4641480"/>
              <a:ext cx="1157760" cy="493560"/>
            </p14:xfrm>
          </p:contentPart>
        </mc:Choice>
        <mc:Fallback xmlns="">
          <p:pic>
            <p:nvPicPr>
              <p:cNvPr id="5" name="Ink 4">
                <a:extLst>
                  <a:ext uri="{FF2B5EF4-FFF2-40B4-BE49-F238E27FC236}">
                    <a16:creationId xmlns:a16="http://schemas.microsoft.com/office/drawing/2014/main" id="{F28842E9-A7DF-B948-9EF3-296799990649}"/>
                  </a:ext>
                </a:extLst>
              </p:cNvPr>
              <p:cNvPicPr/>
              <p:nvPr/>
            </p:nvPicPr>
            <p:blipFill>
              <a:blip r:embed="rId6"/>
              <a:stretch>
                <a:fillRect/>
              </a:stretch>
            </p:blipFill>
            <p:spPr>
              <a:xfrm>
                <a:off x="1731600" y="4632120"/>
                <a:ext cx="1176480" cy="512280"/>
              </a:xfrm>
              <a:prstGeom prst="rect">
                <a:avLst/>
              </a:prstGeom>
            </p:spPr>
          </p:pic>
        </mc:Fallback>
      </mc:AlternateContent>
    </p:spTree>
    <p:extLst>
      <p:ext uri="{BB962C8B-B14F-4D97-AF65-F5344CB8AC3E}">
        <p14:creationId xmlns:p14="http://schemas.microsoft.com/office/powerpoint/2010/main" val="616356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5" name="Content Placeholder 4">
            <a:extLst>
              <a:ext uri="{FF2B5EF4-FFF2-40B4-BE49-F238E27FC236}">
                <a16:creationId xmlns:a16="http://schemas.microsoft.com/office/drawing/2014/main" id="{79CCAEAE-E947-F142-99E1-C0CE7A4CB514}"/>
              </a:ext>
            </a:extLst>
          </p:cNvPr>
          <p:cNvSpPr>
            <a:spLocks noGrp="1"/>
          </p:cNvSpPr>
          <p:nvPr>
            <p:ph sz="half" idx="2"/>
          </p:nvPr>
        </p:nvSpPr>
        <p:spPr/>
        <p:txBody>
          <a:bodyPr/>
          <a:lstStyle/>
          <a:p>
            <a:endParaRPr lang="en-US"/>
          </a:p>
        </p:txBody>
      </p:sp>
      <p:pic>
        <p:nvPicPr>
          <p:cNvPr id="10" name="Content Placeholder 9">
            <a:extLst>
              <a:ext uri="{FF2B5EF4-FFF2-40B4-BE49-F238E27FC236}">
                <a16:creationId xmlns:a16="http://schemas.microsoft.com/office/drawing/2014/main" id="{4CC0439F-31C3-114E-9302-CABA7BCFEDF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505200" y="2043131"/>
            <a:ext cx="5181600" cy="3916325"/>
          </a:xfr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B5D2EDD-3F75-0448-A0FC-8F2B7A997832}"/>
                  </a:ext>
                </a:extLst>
              </p14:cNvPr>
              <p14:cNvContentPartPr/>
              <p14:nvPr/>
            </p14:nvContentPartPr>
            <p14:xfrm>
              <a:off x="923760" y="2712600"/>
              <a:ext cx="11015280" cy="3573360"/>
            </p14:xfrm>
          </p:contentPart>
        </mc:Choice>
        <mc:Fallback xmlns="">
          <p:pic>
            <p:nvPicPr>
              <p:cNvPr id="3" name="Ink 2">
                <a:extLst>
                  <a:ext uri="{FF2B5EF4-FFF2-40B4-BE49-F238E27FC236}">
                    <a16:creationId xmlns:a16="http://schemas.microsoft.com/office/drawing/2014/main" id="{4B5D2EDD-3F75-0448-A0FC-8F2B7A997832}"/>
                  </a:ext>
                </a:extLst>
              </p:cNvPr>
              <p:cNvPicPr/>
              <p:nvPr/>
            </p:nvPicPr>
            <p:blipFill>
              <a:blip r:embed="rId4"/>
              <a:stretch>
                <a:fillRect/>
              </a:stretch>
            </p:blipFill>
            <p:spPr>
              <a:xfrm>
                <a:off x="914400" y="2703240"/>
                <a:ext cx="11034000" cy="3592080"/>
              </a:xfrm>
              <a:prstGeom prst="rect">
                <a:avLst/>
              </a:prstGeom>
            </p:spPr>
          </p:pic>
        </mc:Fallback>
      </mc:AlternateContent>
    </p:spTree>
    <p:extLst>
      <p:ext uri="{BB962C8B-B14F-4D97-AF65-F5344CB8AC3E}">
        <p14:creationId xmlns:p14="http://schemas.microsoft.com/office/powerpoint/2010/main" val="2972116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914400" y="1828800"/>
            <a:ext cx="6019800" cy="3200400"/>
          </a:xfrm>
        </p:spPr>
        <p:txBody>
          <a:bodyPr>
            <a:normAutofit/>
          </a:bodyPr>
          <a:lstStyle/>
          <a:p>
            <a:pPr marL="0" indent="0">
              <a:buNone/>
            </a:pPr>
            <a:r>
              <a:rPr lang="en-PH" dirty="0"/>
              <a:t>Find the area to the left of z = 1.99.</a:t>
            </a:r>
          </a:p>
        </p:txBody>
      </p:sp>
      <p:sp>
        <p:nvSpPr>
          <p:cNvPr id="11" name="Content Placeholder 10">
            <a:extLst>
              <a:ext uri="{FF2B5EF4-FFF2-40B4-BE49-F238E27FC236}">
                <a16:creationId xmlns:a16="http://schemas.microsoft.com/office/drawing/2014/main" id="{A6B2681E-5326-7544-913E-33FF089F7A68}"/>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72177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pic>
        <p:nvPicPr>
          <p:cNvPr id="8" name="Content Placeholder 7">
            <a:extLst>
              <a:ext uri="{FF2B5EF4-FFF2-40B4-BE49-F238E27FC236}">
                <a16:creationId xmlns:a16="http://schemas.microsoft.com/office/drawing/2014/main" id="{2C241C14-86CF-E045-9525-09ED487B4A0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257800" y="3367153"/>
            <a:ext cx="6722679" cy="3324094"/>
          </a:xfrm>
        </p:spPr>
      </p:pic>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914400" y="1828800"/>
            <a:ext cx="6019800" cy="3200400"/>
          </a:xfrm>
        </p:spPr>
        <p:txBody>
          <a:bodyPr>
            <a:normAutofit/>
          </a:bodyPr>
          <a:lstStyle/>
          <a:p>
            <a:pPr marL="0" indent="0">
              <a:buNone/>
            </a:pPr>
            <a:r>
              <a:rPr lang="en-PH" sz="3200" dirty="0"/>
              <a:t>Find the area to the left of z = 1.99.</a:t>
            </a:r>
          </a:p>
          <a:p>
            <a:pPr marL="0" indent="0">
              <a:buNone/>
            </a:pPr>
            <a:r>
              <a:rPr lang="en-PH" sz="3200" dirty="0"/>
              <a:t>Step 1 Draw the figure.</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CF43763-DD88-7F47-8170-9626C224E8E1}"/>
                  </a:ext>
                </a:extLst>
              </p14:cNvPr>
              <p14:cNvContentPartPr/>
              <p14:nvPr/>
            </p14:nvContentPartPr>
            <p14:xfrm>
              <a:off x="1118520" y="2979360"/>
              <a:ext cx="3763800" cy="1955520"/>
            </p14:xfrm>
          </p:contentPart>
        </mc:Choice>
        <mc:Fallback xmlns="">
          <p:pic>
            <p:nvPicPr>
              <p:cNvPr id="4" name="Ink 3">
                <a:extLst>
                  <a:ext uri="{FF2B5EF4-FFF2-40B4-BE49-F238E27FC236}">
                    <a16:creationId xmlns:a16="http://schemas.microsoft.com/office/drawing/2014/main" id="{ECF43763-DD88-7F47-8170-9626C224E8E1}"/>
                  </a:ext>
                </a:extLst>
              </p:cNvPr>
              <p:cNvPicPr/>
              <p:nvPr/>
            </p:nvPicPr>
            <p:blipFill>
              <a:blip r:embed="rId5"/>
              <a:stretch>
                <a:fillRect/>
              </a:stretch>
            </p:blipFill>
            <p:spPr>
              <a:xfrm>
                <a:off x="1109160" y="2970000"/>
                <a:ext cx="3782520" cy="1974240"/>
              </a:xfrm>
              <a:prstGeom prst="rect">
                <a:avLst/>
              </a:prstGeom>
            </p:spPr>
          </p:pic>
        </mc:Fallback>
      </mc:AlternateContent>
    </p:spTree>
    <p:extLst>
      <p:ext uri="{BB962C8B-B14F-4D97-AF65-F5344CB8AC3E}">
        <p14:creationId xmlns:p14="http://schemas.microsoft.com/office/powerpoint/2010/main" val="38828220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pic>
        <p:nvPicPr>
          <p:cNvPr id="8" name="Content Placeholder 7">
            <a:extLst>
              <a:ext uri="{FF2B5EF4-FFF2-40B4-BE49-F238E27FC236}">
                <a16:creationId xmlns:a16="http://schemas.microsoft.com/office/drawing/2014/main" id="{2C241C14-86CF-E045-9525-09ED487B4A0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257800" y="3367153"/>
            <a:ext cx="6722679" cy="3324094"/>
          </a:xfrm>
        </p:spPr>
      </p:pic>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914400" y="1828800"/>
            <a:ext cx="7162800" cy="4419600"/>
          </a:xfrm>
        </p:spPr>
        <p:txBody>
          <a:bodyPr>
            <a:noAutofit/>
          </a:bodyPr>
          <a:lstStyle/>
          <a:p>
            <a:pPr marL="0" indent="0">
              <a:buNone/>
            </a:pPr>
            <a:r>
              <a:rPr lang="en-PH" sz="3200" dirty="0"/>
              <a:t>Find the area to the left of z = 1.99.</a:t>
            </a:r>
          </a:p>
          <a:p>
            <a:pPr marL="0" indent="0">
              <a:buNone/>
            </a:pPr>
            <a:r>
              <a:rPr lang="en-PH" sz="3200" dirty="0"/>
              <a:t>Step 2 We are looking for the area under the standard normal distribution curve to the left of z 1.99. </a:t>
            </a:r>
          </a:p>
          <a:p>
            <a:pPr marL="0" indent="0">
              <a:buNone/>
            </a:pPr>
            <a:r>
              <a:rPr lang="en-PH" sz="3200" dirty="0"/>
              <a:t>Since this is an example of the first case, look up the area in the table. It is 0.9767. </a:t>
            </a:r>
          </a:p>
          <a:p>
            <a:pPr marL="0" indent="0">
              <a:buNone/>
            </a:pPr>
            <a:r>
              <a:rPr lang="en-PH" sz="3200" dirty="0"/>
              <a:t>Hence 97.67% of the area is less than z 1.99.</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7EE0F44-BB70-0747-A437-CDE242933241}"/>
                  </a:ext>
                </a:extLst>
              </p14:cNvPr>
              <p14:cNvContentPartPr/>
              <p14:nvPr/>
            </p14:nvContentPartPr>
            <p14:xfrm>
              <a:off x="6584400" y="4728960"/>
              <a:ext cx="992160" cy="19800"/>
            </p14:xfrm>
          </p:contentPart>
        </mc:Choice>
        <mc:Fallback xmlns="">
          <p:pic>
            <p:nvPicPr>
              <p:cNvPr id="4" name="Ink 3">
                <a:extLst>
                  <a:ext uri="{FF2B5EF4-FFF2-40B4-BE49-F238E27FC236}">
                    <a16:creationId xmlns:a16="http://schemas.microsoft.com/office/drawing/2014/main" id="{C7EE0F44-BB70-0747-A437-CDE242933241}"/>
                  </a:ext>
                </a:extLst>
              </p:cNvPr>
              <p:cNvPicPr/>
              <p:nvPr/>
            </p:nvPicPr>
            <p:blipFill>
              <a:blip r:embed="rId5"/>
              <a:stretch>
                <a:fillRect/>
              </a:stretch>
            </p:blipFill>
            <p:spPr>
              <a:xfrm>
                <a:off x="6575040" y="4719600"/>
                <a:ext cx="10108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D42CA3EB-64F6-7C4E-9E5E-51467032C1B0}"/>
                  </a:ext>
                </a:extLst>
              </p14:cNvPr>
              <p14:cNvContentPartPr/>
              <p14:nvPr/>
            </p14:nvContentPartPr>
            <p14:xfrm>
              <a:off x="9541800" y="1716480"/>
              <a:ext cx="1208880" cy="407160"/>
            </p14:xfrm>
          </p:contentPart>
        </mc:Choice>
        <mc:Fallback xmlns="">
          <p:pic>
            <p:nvPicPr>
              <p:cNvPr id="5" name="Ink 4">
                <a:extLst>
                  <a:ext uri="{FF2B5EF4-FFF2-40B4-BE49-F238E27FC236}">
                    <a16:creationId xmlns:a16="http://schemas.microsoft.com/office/drawing/2014/main" id="{D42CA3EB-64F6-7C4E-9E5E-51467032C1B0}"/>
                  </a:ext>
                </a:extLst>
              </p:cNvPr>
              <p:cNvPicPr/>
              <p:nvPr/>
            </p:nvPicPr>
            <p:blipFill>
              <a:blip r:embed="rId7"/>
              <a:stretch>
                <a:fillRect/>
              </a:stretch>
            </p:blipFill>
            <p:spPr>
              <a:xfrm>
                <a:off x="9532440" y="1707120"/>
                <a:ext cx="1227600" cy="425880"/>
              </a:xfrm>
              <a:prstGeom prst="rect">
                <a:avLst/>
              </a:prstGeom>
            </p:spPr>
          </p:pic>
        </mc:Fallback>
      </mc:AlternateContent>
    </p:spTree>
    <p:extLst>
      <p:ext uri="{BB962C8B-B14F-4D97-AF65-F5344CB8AC3E}">
        <p14:creationId xmlns:p14="http://schemas.microsoft.com/office/powerpoint/2010/main" val="1722696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610409D-DD4A-E74C-B954-2B9C8529BF6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410200" y="3384432"/>
            <a:ext cx="6477000" cy="3216409"/>
          </a:xfrm>
        </p:spPr>
      </p:pic>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914400" y="1828800"/>
            <a:ext cx="7162800" cy="4419600"/>
          </a:xfrm>
        </p:spPr>
        <p:txBody>
          <a:bodyPr>
            <a:noAutofit/>
          </a:bodyPr>
          <a:lstStyle/>
          <a:p>
            <a:pPr marL="0" indent="0">
              <a:buNone/>
            </a:pPr>
            <a:r>
              <a:rPr lang="en-PH" sz="3200" dirty="0"/>
              <a:t>Find the area to the right of z = 1.16.</a:t>
            </a:r>
          </a:p>
          <a:p>
            <a:pPr marL="0" indent="0">
              <a:buNone/>
            </a:pPr>
            <a:r>
              <a:rPr lang="en-PH" sz="3200" dirty="0"/>
              <a:t>Step 1 Draw the figure.</a:t>
            </a:r>
          </a:p>
          <a:p>
            <a:pPr marL="0" indent="0">
              <a:buNone/>
            </a:pPr>
            <a:endParaRPr lang="en-PH" dirty="0"/>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3E3FDBEA-6EAC-5F45-BCCE-2DB372244C95}"/>
                  </a:ext>
                </a:extLst>
              </p14:cNvPr>
              <p14:cNvContentPartPr/>
              <p14:nvPr/>
            </p14:nvContentPartPr>
            <p14:xfrm>
              <a:off x="1318680" y="1902960"/>
              <a:ext cx="8667000" cy="4005000"/>
            </p14:xfrm>
          </p:contentPart>
        </mc:Choice>
        <mc:Fallback xmlns="">
          <p:pic>
            <p:nvPicPr>
              <p:cNvPr id="4" name="Ink 3">
                <a:extLst>
                  <a:ext uri="{FF2B5EF4-FFF2-40B4-BE49-F238E27FC236}">
                    <a16:creationId xmlns:a16="http://schemas.microsoft.com/office/drawing/2014/main" id="{3E3FDBEA-6EAC-5F45-BCCE-2DB372244C95}"/>
                  </a:ext>
                </a:extLst>
              </p:cNvPr>
              <p:cNvPicPr/>
              <p:nvPr/>
            </p:nvPicPr>
            <p:blipFill>
              <a:blip r:embed="rId5"/>
              <a:stretch>
                <a:fillRect/>
              </a:stretch>
            </p:blipFill>
            <p:spPr>
              <a:xfrm>
                <a:off x="1309320" y="1893600"/>
                <a:ext cx="8685720" cy="4023720"/>
              </a:xfrm>
              <a:prstGeom prst="rect">
                <a:avLst/>
              </a:prstGeom>
            </p:spPr>
          </p:pic>
        </mc:Fallback>
      </mc:AlternateContent>
    </p:spTree>
    <p:extLst>
      <p:ext uri="{BB962C8B-B14F-4D97-AF65-F5344CB8AC3E}">
        <p14:creationId xmlns:p14="http://schemas.microsoft.com/office/powerpoint/2010/main" val="30757997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610409D-DD4A-E74C-B954-2B9C8529BF6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410200" y="3384432"/>
            <a:ext cx="6477000" cy="3216409"/>
          </a:xfrm>
        </p:spPr>
      </p:pic>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914400" y="1828800"/>
            <a:ext cx="7162800" cy="4419600"/>
          </a:xfrm>
        </p:spPr>
        <p:txBody>
          <a:bodyPr>
            <a:noAutofit/>
          </a:bodyPr>
          <a:lstStyle/>
          <a:p>
            <a:pPr marL="0" indent="0">
              <a:buNone/>
            </a:pPr>
            <a:r>
              <a:rPr lang="en-PH" sz="3200" dirty="0"/>
              <a:t>Find the area to the right of z = 1.16.</a:t>
            </a:r>
          </a:p>
          <a:p>
            <a:pPr marL="0" indent="0">
              <a:buNone/>
            </a:pPr>
            <a:r>
              <a:rPr lang="en-PH" sz="3200" dirty="0"/>
              <a:t>We are looking for the area to the right of z1 = 16. This is an example of the second case. </a:t>
            </a:r>
          </a:p>
          <a:p>
            <a:pPr marL="0" indent="0">
              <a:buNone/>
            </a:pPr>
            <a:r>
              <a:rPr lang="en-PH" sz="3200" dirty="0"/>
              <a:t>Look up the area for z = 1.16. It is 0.3770. Subtract it from 1.000. 1.000 - 0.1230 = 0.8770. </a:t>
            </a:r>
          </a:p>
          <a:p>
            <a:pPr marL="0" indent="0">
              <a:buNone/>
            </a:pPr>
            <a:r>
              <a:rPr lang="en-PH" sz="3200" dirty="0"/>
              <a:t>Hence 87.70% of the area under the standard normal distribution curve is to the left of z1.16.</a:t>
            </a:r>
          </a:p>
          <a:p>
            <a:pPr marL="0" indent="0">
              <a:buNone/>
            </a:pPr>
            <a:endParaRPr lang="en-PH" dirty="0"/>
          </a:p>
        </p:txBody>
      </p:sp>
    </p:spTree>
    <p:extLst>
      <p:ext uri="{BB962C8B-B14F-4D97-AF65-F5344CB8AC3E}">
        <p14:creationId xmlns:p14="http://schemas.microsoft.com/office/powerpoint/2010/main" val="2953946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E4AEE279-E351-BB43-A237-1E0C7944F4B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967483" y="3810000"/>
            <a:ext cx="5995917" cy="2805351"/>
          </a:xfrm>
        </p:spPr>
      </p:pic>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914400" y="1828800"/>
            <a:ext cx="7467600" cy="4419600"/>
          </a:xfrm>
        </p:spPr>
        <p:txBody>
          <a:bodyPr>
            <a:noAutofit/>
          </a:bodyPr>
          <a:lstStyle/>
          <a:p>
            <a:pPr marL="0" indent="0">
              <a:buNone/>
            </a:pPr>
            <a:r>
              <a:rPr lang="en-PH" sz="3200" dirty="0"/>
              <a:t>Find the area between z= 1.68 and z= -1.37.</a:t>
            </a:r>
          </a:p>
          <a:p>
            <a:pPr marL="0" indent="0">
              <a:buNone/>
            </a:pPr>
            <a:r>
              <a:rPr lang="en-PH" sz="3200" dirty="0"/>
              <a:t>Step 1 Draw the figure</a:t>
            </a:r>
          </a:p>
          <a:p>
            <a:pPr marL="0" indent="0">
              <a:buNone/>
            </a:pPr>
            <a:endParaRPr lang="en-PH" dirty="0"/>
          </a:p>
          <a:p>
            <a:pPr marL="0" indent="0">
              <a:buNone/>
            </a:pPr>
            <a:endParaRPr lang="en-PH" dirty="0"/>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3278CD1C-3567-ED47-AD1B-541F06A3F320}"/>
                  </a:ext>
                </a:extLst>
              </p14:cNvPr>
              <p14:cNvContentPartPr/>
              <p14:nvPr/>
            </p14:nvContentPartPr>
            <p14:xfrm>
              <a:off x="6199200" y="1603800"/>
              <a:ext cx="2451960" cy="4793760"/>
            </p14:xfrm>
          </p:contentPart>
        </mc:Choice>
        <mc:Fallback xmlns="">
          <p:pic>
            <p:nvPicPr>
              <p:cNvPr id="4" name="Ink 3">
                <a:extLst>
                  <a:ext uri="{FF2B5EF4-FFF2-40B4-BE49-F238E27FC236}">
                    <a16:creationId xmlns:a16="http://schemas.microsoft.com/office/drawing/2014/main" id="{3278CD1C-3567-ED47-AD1B-541F06A3F320}"/>
                  </a:ext>
                </a:extLst>
              </p:cNvPr>
              <p:cNvPicPr/>
              <p:nvPr/>
            </p:nvPicPr>
            <p:blipFill>
              <a:blip r:embed="rId5"/>
              <a:stretch>
                <a:fillRect/>
              </a:stretch>
            </p:blipFill>
            <p:spPr>
              <a:xfrm>
                <a:off x="6189840" y="1594440"/>
                <a:ext cx="2470680" cy="4812480"/>
              </a:xfrm>
              <a:prstGeom prst="rect">
                <a:avLst/>
              </a:prstGeom>
            </p:spPr>
          </p:pic>
        </mc:Fallback>
      </mc:AlternateContent>
    </p:spTree>
    <p:extLst>
      <p:ext uri="{BB962C8B-B14F-4D97-AF65-F5344CB8AC3E}">
        <p14:creationId xmlns:p14="http://schemas.microsoft.com/office/powerpoint/2010/main" val="3517584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E4AEE279-E351-BB43-A237-1E0C7944F4B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967483" y="3810000"/>
            <a:ext cx="5995917" cy="2805351"/>
          </a:xfrm>
        </p:spPr>
      </p:pic>
      <p:sp>
        <p:nvSpPr>
          <p:cNvPr id="2" name="Title 1">
            <a:extLst>
              <a:ext uri="{FF2B5EF4-FFF2-40B4-BE49-F238E27FC236}">
                <a16:creationId xmlns:a16="http://schemas.microsoft.com/office/drawing/2014/main" id="{D188C671-7BF2-5148-9EC0-D8AD406C32B3}"/>
              </a:ext>
            </a:extLst>
          </p:cNvPr>
          <p:cNvSpPr>
            <a:spLocks noGrp="1"/>
          </p:cNvSpPr>
          <p:nvPr>
            <p:ph type="title"/>
          </p:nvPr>
        </p:nvSpPr>
        <p:spPr/>
        <p:txBody>
          <a:bodyPr>
            <a:normAutofit/>
          </a:bodyPr>
          <a:lstStyle/>
          <a:p>
            <a:r>
              <a:rPr lang="en-PH" b="1" dirty="0"/>
              <a:t>Finding Areas Under the Standard Normal Distribution Curve</a:t>
            </a:r>
            <a:endParaRPr lang="en-US" b="1" dirty="0"/>
          </a:p>
        </p:txBody>
      </p:sp>
      <p:sp>
        <p:nvSpPr>
          <p:cNvPr id="3" name="Content Placeholder 2">
            <a:extLst>
              <a:ext uri="{FF2B5EF4-FFF2-40B4-BE49-F238E27FC236}">
                <a16:creationId xmlns:a16="http://schemas.microsoft.com/office/drawing/2014/main" id="{94CE6F6A-B7E3-A140-8CF6-B112B692B55E}"/>
              </a:ext>
            </a:extLst>
          </p:cNvPr>
          <p:cNvSpPr>
            <a:spLocks noGrp="1"/>
          </p:cNvSpPr>
          <p:nvPr>
            <p:ph sz="half" idx="1"/>
          </p:nvPr>
        </p:nvSpPr>
        <p:spPr>
          <a:xfrm>
            <a:off x="914400" y="1828800"/>
            <a:ext cx="7391400" cy="4419600"/>
          </a:xfrm>
        </p:spPr>
        <p:txBody>
          <a:bodyPr>
            <a:noAutofit/>
          </a:bodyPr>
          <a:lstStyle/>
          <a:p>
            <a:pPr marL="0" indent="0">
              <a:buNone/>
            </a:pPr>
            <a:r>
              <a:rPr lang="en-PH" sz="3200" dirty="0"/>
              <a:t>Find the area between z= 1.68 and z= -1.37.</a:t>
            </a:r>
          </a:p>
          <a:p>
            <a:pPr marL="0" indent="0">
              <a:buNone/>
            </a:pPr>
            <a:r>
              <a:rPr lang="en-PH" dirty="0"/>
              <a:t>Since the area desired is between two given z values, look up the areas corresponding to the two z values and subtract the smaller area from the larger area. (Do not subtract the z values.)</a:t>
            </a:r>
          </a:p>
          <a:p>
            <a:pPr marL="0" indent="0">
              <a:buNone/>
            </a:pPr>
            <a:r>
              <a:rPr lang="en-PH" dirty="0"/>
              <a:t>The area for z = 1.68 is 0.9535, and the area for z = - 1.37 is 0.0853. </a:t>
            </a:r>
          </a:p>
          <a:p>
            <a:pPr marL="0" indent="0">
              <a:buNone/>
            </a:pPr>
            <a:r>
              <a:rPr lang="en-PH" dirty="0"/>
              <a:t>The area between the two z values is 0.9535 - 0.0853 = 0.8682 or 86.82%.</a:t>
            </a:r>
          </a:p>
          <a:p>
            <a:pPr marL="0" indent="0">
              <a:buNone/>
            </a:pPr>
            <a:endParaRPr lang="en-PH" dirty="0"/>
          </a:p>
          <a:p>
            <a:pPr marL="0" indent="0">
              <a:buNone/>
            </a:pPr>
            <a:endParaRPr lang="en-PH" dirty="0"/>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791ADA7-5E7D-1140-8735-1ADF7E9D0071}"/>
                  </a:ext>
                </a:extLst>
              </p14:cNvPr>
              <p14:cNvContentPartPr/>
              <p14:nvPr/>
            </p14:nvContentPartPr>
            <p14:xfrm>
              <a:off x="6125760" y="5969520"/>
              <a:ext cx="119160" cy="71640"/>
            </p14:xfrm>
          </p:contentPart>
        </mc:Choice>
        <mc:Fallback xmlns="">
          <p:pic>
            <p:nvPicPr>
              <p:cNvPr id="4" name="Ink 3">
                <a:extLst>
                  <a:ext uri="{FF2B5EF4-FFF2-40B4-BE49-F238E27FC236}">
                    <a16:creationId xmlns:a16="http://schemas.microsoft.com/office/drawing/2014/main" id="{C791ADA7-5E7D-1140-8735-1ADF7E9D0071}"/>
                  </a:ext>
                </a:extLst>
              </p:cNvPr>
              <p:cNvPicPr/>
              <p:nvPr/>
            </p:nvPicPr>
            <p:blipFill>
              <a:blip r:embed="rId5"/>
              <a:stretch>
                <a:fillRect/>
              </a:stretch>
            </p:blipFill>
            <p:spPr>
              <a:xfrm>
                <a:off x="6116400" y="5960160"/>
                <a:ext cx="137880" cy="90360"/>
              </a:xfrm>
              <a:prstGeom prst="rect">
                <a:avLst/>
              </a:prstGeom>
            </p:spPr>
          </p:pic>
        </mc:Fallback>
      </mc:AlternateContent>
    </p:spTree>
    <p:extLst>
      <p:ext uri="{BB962C8B-B14F-4D97-AF65-F5344CB8AC3E}">
        <p14:creationId xmlns:p14="http://schemas.microsoft.com/office/powerpoint/2010/main" val="3690652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p:sp>
        <p:nvSpPr>
          <p:cNvPr id="8" name="Content Placeholder 7">
            <a:extLst>
              <a:ext uri="{FF2B5EF4-FFF2-40B4-BE49-F238E27FC236}">
                <a16:creationId xmlns:a16="http://schemas.microsoft.com/office/drawing/2014/main" id="{B3367588-F662-7043-AA56-E5F6CC33F42D}"/>
              </a:ext>
            </a:extLst>
          </p:cNvPr>
          <p:cNvSpPr>
            <a:spLocks noGrp="1"/>
          </p:cNvSpPr>
          <p:nvPr>
            <p:ph idx="1"/>
          </p:nvPr>
        </p:nvSpPr>
        <p:spPr/>
        <p:txBody>
          <a:bodyPr>
            <a:normAutofit/>
          </a:bodyPr>
          <a:lstStyle/>
          <a:p>
            <a:r>
              <a:rPr lang="en-PH" sz="3200" dirty="0"/>
              <a:t>For probabilities, a special notation is used. For example, if the problem is to find the probability of any z value between 0 and 2.32, this probability is written as P(0 &lt; z &lt; 2.32).</a:t>
            </a:r>
          </a:p>
          <a:p>
            <a:pPr marL="0" indent="0">
              <a:buNone/>
            </a:pPr>
            <a:endParaRPr lang="en-US" dirty="0"/>
          </a:p>
        </p:txBody>
      </p:sp>
    </p:spTree>
    <p:extLst>
      <p:ext uri="{BB962C8B-B14F-4D97-AF65-F5344CB8AC3E}">
        <p14:creationId xmlns:p14="http://schemas.microsoft.com/office/powerpoint/2010/main" val="355820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p:sp>
        <p:nvSpPr>
          <p:cNvPr id="8" name="Content Placeholder 7">
            <a:extLst>
              <a:ext uri="{FF2B5EF4-FFF2-40B4-BE49-F238E27FC236}">
                <a16:creationId xmlns:a16="http://schemas.microsoft.com/office/drawing/2014/main" id="{B3367588-F662-7043-AA56-E5F6CC33F42D}"/>
              </a:ext>
            </a:extLst>
          </p:cNvPr>
          <p:cNvSpPr>
            <a:spLocks noGrp="1"/>
          </p:cNvSpPr>
          <p:nvPr>
            <p:ph idx="1"/>
          </p:nvPr>
        </p:nvSpPr>
        <p:spPr/>
        <p:txBody>
          <a:bodyPr>
            <a:normAutofit/>
          </a:bodyPr>
          <a:lstStyle/>
          <a:p>
            <a:r>
              <a:rPr lang="en-PH" sz="3200" dirty="0"/>
              <a:t>For probabilities, a special notation is used. For example, if the problem is to find the probability of any z value between 0 and 2.32, this probability is written as P(0 &lt; z &lt; 2.32).</a:t>
            </a:r>
          </a:p>
          <a:p>
            <a:r>
              <a:rPr lang="en-PH" sz="3200" dirty="0"/>
              <a:t>Note: In a continuous distribution, the probability of any exact z value is 0 since the area would be represented by a vertical line above the value. But vertical lines in theory have no area. </a:t>
            </a:r>
          </a:p>
          <a:p>
            <a:pPr marL="0" indent="0">
              <a:buNone/>
            </a:pPr>
            <a:endParaRPr lang="en-US" dirty="0"/>
          </a:p>
        </p:txBody>
      </p:sp>
    </p:spTree>
    <p:extLst>
      <p:ext uri="{BB962C8B-B14F-4D97-AF65-F5344CB8AC3E}">
        <p14:creationId xmlns:p14="http://schemas.microsoft.com/office/powerpoint/2010/main" val="3693374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idx="1"/>
              </p:nvPr>
            </p:nvSpPr>
            <p:spPr/>
            <p:txBody>
              <a:bodyPr>
                <a:normAutofit/>
              </a:bodyPr>
              <a:lstStyle/>
              <a:p>
                <a:r>
                  <a:rPr lang="en-PH" sz="3200" dirty="0"/>
                  <a:t>For probabilities, a special notation is used. For example, if the problem is to find the probability of any z value between 0 and 2.32, this probability is written as P(0 &lt; z &lt; 2.32).</a:t>
                </a:r>
              </a:p>
              <a:p>
                <a:r>
                  <a:rPr lang="en-PH" sz="3200" dirty="0"/>
                  <a:t>Note: In a continuous distribution, the probability of any exact z value is 0 since the area would be represented by a vertical line above the value. But vertical lines in theory have no area. </a:t>
                </a:r>
              </a:p>
              <a:p>
                <a:r>
                  <a:rPr lang="en-PH" sz="3200" dirty="0"/>
                  <a:t>So </a:t>
                </a:r>
                <a14:m>
                  <m:oMath xmlns:m="http://schemas.openxmlformats.org/officeDocument/2006/math">
                    <m:r>
                      <a:rPr lang="en-PH" sz="3200" i="1" dirty="0" smtClean="0">
                        <a:latin typeface="Cambria Math" panose="02040503050406030204" pitchFamily="18" charset="0"/>
                      </a:rPr>
                      <m:t>𝑃</m:t>
                    </m:r>
                    <m:d>
                      <m:dPr>
                        <m:ctrlPr>
                          <a:rPr lang="en-PH" sz="3200" i="1" dirty="0" smtClean="0">
                            <a:latin typeface="Cambria Math" panose="02040503050406030204" pitchFamily="18" charset="0"/>
                          </a:rPr>
                        </m:ctrlPr>
                      </m:dPr>
                      <m:e>
                        <m:r>
                          <a:rPr lang="en-PH" sz="3200" i="1" dirty="0" smtClean="0">
                            <a:latin typeface="Cambria Math" panose="02040503050406030204" pitchFamily="18" charset="0"/>
                          </a:rPr>
                          <m:t>𝑎</m:t>
                        </m:r>
                        <m:r>
                          <a:rPr lang="en-PH" sz="3200" i="1" dirty="0" smtClean="0">
                            <a:latin typeface="Cambria Math" panose="02040503050406030204" pitchFamily="18" charset="0"/>
                          </a:rPr>
                          <m:t> ≤ </m:t>
                        </m:r>
                        <m:r>
                          <a:rPr lang="en-PH" sz="3200" i="1" dirty="0" smtClean="0">
                            <a:latin typeface="Cambria Math" panose="02040503050406030204" pitchFamily="18" charset="0"/>
                          </a:rPr>
                          <m:t>𝑧</m:t>
                        </m:r>
                        <m:r>
                          <a:rPr lang="en-PH" sz="3200" i="1" dirty="0" smtClean="0">
                            <a:latin typeface="Cambria Math" panose="02040503050406030204" pitchFamily="18" charset="0"/>
                          </a:rPr>
                          <m:t> ≤ </m:t>
                        </m:r>
                        <m:r>
                          <a:rPr lang="en-PH" sz="3200" i="1" dirty="0" smtClean="0">
                            <a:latin typeface="Cambria Math" panose="02040503050406030204" pitchFamily="18" charset="0"/>
                          </a:rPr>
                          <m:t>𝑏</m:t>
                        </m:r>
                      </m:e>
                    </m:d>
                    <m:r>
                      <a:rPr lang="en-US" sz="3200" b="0" i="1" dirty="0" smtClean="0">
                        <a:latin typeface="Cambria Math" panose="02040503050406030204" pitchFamily="18" charset="0"/>
                      </a:rPr>
                      <m:t>=</m:t>
                    </m:r>
                    <m:r>
                      <a:rPr lang="en-PH" sz="3200" i="1" dirty="0" smtClean="0">
                        <a:latin typeface="Cambria Math" panose="02040503050406030204" pitchFamily="18" charset="0"/>
                      </a:rPr>
                      <m:t> </m:t>
                    </m:r>
                    <m:r>
                      <a:rPr lang="en-PH" sz="3200" i="1" dirty="0">
                        <a:latin typeface="Cambria Math" panose="02040503050406030204" pitchFamily="18" charset="0"/>
                      </a:rPr>
                      <m:t>𝑃</m:t>
                    </m:r>
                    <m:r>
                      <a:rPr lang="en-US" sz="3200" b="0" i="1" dirty="0" smtClean="0">
                        <a:latin typeface="Cambria Math" panose="02040503050406030204" pitchFamily="18" charset="0"/>
                      </a:rPr>
                      <m:t>(</m:t>
                    </m:r>
                    <m:r>
                      <a:rPr lang="en-PH" sz="3200" i="1" dirty="0">
                        <a:latin typeface="Cambria Math" panose="02040503050406030204" pitchFamily="18" charset="0"/>
                      </a:rPr>
                      <m:t>𝑎</m:t>
                    </m:r>
                    <m:r>
                      <a:rPr lang="en-US" sz="3200" b="0" i="1" dirty="0" smtClean="0">
                        <a:latin typeface="Cambria Math" panose="02040503050406030204" pitchFamily="18" charset="0"/>
                      </a:rPr>
                      <m:t>&lt;</m:t>
                    </m:r>
                    <m:r>
                      <a:rPr lang="en-PH" sz="3200" i="1" dirty="0">
                        <a:latin typeface="Cambria Math" panose="02040503050406030204" pitchFamily="18" charset="0"/>
                      </a:rPr>
                      <m:t> </m:t>
                    </m:r>
                    <m:r>
                      <a:rPr lang="en-PH" sz="3200" i="1" dirty="0">
                        <a:latin typeface="Cambria Math" panose="02040503050406030204" pitchFamily="18" charset="0"/>
                      </a:rPr>
                      <m:t>𝑧</m:t>
                    </m:r>
                    <m:r>
                      <a:rPr lang="en-US" sz="3200" b="0" i="1" dirty="0" smtClean="0">
                        <a:latin typeface="Cambria Math" panose="02040503050406030204" pitchFamily="18" charset="0"/>
                      </a:rPr>
                      <m:t>&lt;</m:t>
                    </m:r>
                    <m:r>
                      <a:rPr lang="en-PH" sz="3200" i="1" dirty="0">
                        <a:latin typeface="Cambria Math" panose="02040503050406030204" pitchFamily="18" charset="0"/>
                      </a:rPr>
                      <m:t> </m:t>
                    </m:r>
                    <m:r>
                      <a:rPr lang="en-PH" sz="3200" i="1" dirty="0">
                        <a:latin typeface="Cambria Math" panose="02040503050406030204" pitchFamily="18" charset="0"/>
                      </a:rPr>
                      <m:t>𝑏</m:t>
                    </m:r>
                    <m:r>
                      <a:rPr lang="en-US" sz="3200" b="0" i="1" dirty="0" smtClean="0">
                        <a:latin typeface="Cambria Math" panose="02040503050406030204" pitchFamily="18" charset="0"/>
                      </a:rPr>
                      <m:t>)</m:t>
                    </m:r>
                  </m:oMath>
                </a14:m>
                <a:r>
                  <a:rPr lang="en-PH" sz="3200" dirty="0"/>
                  <a:t>.</a:t>
                </a:r>
                <a:endParaRPr lang="en-PH" sz="4800" dirty="0"/>
              </a:p>
              <a:p>
                <a:endParaRPr lang="en-US" dirty="0"/>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idx="1"/>
              </p:nvPr>
            </p:nvSpPr>
            <p:spPr>
              <a:blipFill>
                <a:blip r:embed="rId2"/>
                <a:stretch>
                  <a:fillRect l="-1327" t="-2907" r="-132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8DBE430-1FAA-FA41-916F-584E03CFF2C2}"/>
                  </a:ext>
                </a:extLst>
              </p14:cNvPr>
              <p14:cNvContentPartPr/>
              <p14:nvPr/>
            </p14:nvContentPartPr>
            <p14:xfrm>
              <a:off x="1666440" y="5676120"/>
              <a:ext cx="5256360" cy="79920"/>
            </p14:xfrm>
          </p:contentPart>
        </mc:Choice>
        <mc:Fallback xmlns="">
          <p:pic>
            <p:nvPicPr>
              <p:cNvPr id="2" name="Ink 1">
                <a:extLst>
                  <a:ext uri="{FF2B5EF4-FFF2-40B4-BE49-F238E27FC236}">
                    <a16:creationId xmlns:a16="http://schemas.microsoft.com/office/drawing/2014/main" id="{B8DBE430-1FAA-FA41-916F-584E03CFF2C2}"/>
                  </a:ext>
                </a:extLst>
              </p:cNvPr>
              <p:cNvPicPr/>
              <p:nvPr/>
            </p:nvPicPr>
            <p:blipFill>
              <a:blip r:embed="rId4"/>
              <a:stretch>
                <a:fillRect/>
              </a:stretch>
            </p:blipFill>
            <p:spPr>
              <a:xfrm>
                <a:off x="1657080" y="5666760"/>
                <a:ext cx="5275080" cy="98640"/>
              </a:xfrm>
              <a:prstGeom prst="rect">
                <a:avLst/>
              </a:prstGeom>
            </p:spPr>
          </p:pic>
        </mc:Fallback>
      </mc:AlternateContent>
    </p:spTree>
    <p:extLst>
      <p:ext uri="{BB962C8B-B14F-4D97-AF65-F5344CB8AC3E}">
        <p14:creationId xmlns:p14="http://schemas.microsoft.com/office/powerpoint/2010/main" val="2882441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(0&lt;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&lt;2.32)</m:t>
                    </m:r>
                  </m:oMath>
                </a14:m>
                <a:r>
                  <a:rPr lang="en-US" sz="3200" dirty="0"/>
                  <a:t>.</a:t>
                </a:r>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2"/>
                <a:stretch>
                  <a:fillRect l="-2281" t="-2907"/>
                </a:stretch>
              </a:blipFill>
            </p:spPr>
            <p:txBody>
              <a:bodyPr/>
              <a:lstStyle/>
              <a:p>
                <a:r>
                  <a:rPr lang="en-US">
                    <a:noFill/>
                  </a:rPr>
                  <a:t> </a:t>
                </a:r>
              </a:p>
            </p:txBody>
          </p:sp>
        </mc:Fallback>
      </mc:AlternateContent>
      <p:sp>
        <p:nvSpPr>
          <p:cNvPr id="6" name="Content Placeholder 5">
            <a:extLst>
              <a:ext uri="{FF2B5EF4-FFF2-40B4-BE49-F238E27FC236}">
                <a16:creationId xmlns:a16="http://schemas.microsoft.com/office/drawing/2014/main" id="{90A5E897-496E-4A43-87DF-20D1A54BDE83}"/>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543952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p:pic>
        <p:nvPicPr>
          <p:cNvPr id="4" name="Content Placeholder 3">
            <a:extLst>
              <a:ext uri="{FF2B5EF4-FFF2-40B4-BE49-F238E27FC236}">
                <a16:creationId xmlns:a16="http://schemas.microsoft.com/office/drawing/2014/main" id="{2E99FB2D-7D4D-7E45-B4C1-080228A17DB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406164" y="2895600"/>
            <a:ext cx="7633436" cy="3795803"/>
          </a:xfrm>
        </p:spPr>
      </p:pic>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(0&lt;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&lt;2.32)</m:t>
                    </m:r>
                  </m:oMath>
                </a14:m>
                <a:r>
                  <a:rPr lang="en-US" sz="3200" dirty="0"/>
                  <a:t>.</a:t>
                </a:r>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3"/>
                <a:stretch>
                  <a:fillRect l="-2281" t="-290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6484A6A-8EB0-3542-9389-90342D02EE96}"/>
                  </a:ext>
                </a:extLst>
              </p14:cNvPr>
              <p14:cNvContentPartPr/>
              <p14:nvPr/>
            </p14:nvContentPartPr>
            <p14:xfrm>
              <a:off x="7063920" y="5011920"/>
              <a:ext cx="726480" cy="361440"/>
            </p14:xfrm>
          </p:contentPart>
        </mc:Choice>
        <mc:Fallback xmlns="">
          <p:pic>
            <p:nvPicPr>
              <p:cNvPr id="2" name="Ink 1">
                <a:extLst>
                  <a:ext uri="{FF2B5EF4-FFF2-40B4-BE49-F238E27FC236}">
                    <a16:creationId xmlns:a16="http://schemas.microsoft.com/office/drawing/2014/main" id="{86484A6A-8EB0-3542-9389-90342D02EE96}"/>
                  </a:ext>
                </a:extLst>
              </p:cNvPr>
              <p:cNvPicPr/>
              <p:nvPr/>
            </p:nvPicPr>
            <p:blipFill>
              <a:blip r:embed="rId5"/>
              <a:stretch>
                <a:fillRect/>
              </a:stretch>
            </p:blipFill>
            <p:spPr>
              <a:xfrm>
                <a:off x="7054560" y="5002560"/>
                <a:ext cx="74520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8E261DAF-A6EB-B548-93AB-82FFB42E33CB}"/>
                  </a:ext>
                </a:extLst>
              </p14:cNvPr>
              <p14:cNvContentPartPr/>
              <p14:nvPr/>
            </p14:nvContentPartPr>
            <p14:xfrm>
              <a:off x="9260280" y="4848120"/>
              <a:ext cx="1930680" cy="1745280"/>
            </p14:xfrm>
          </p:contentPart>
        </mc:Choice>
        <mc:Fallback xmlns="">
          <p:pic>
            <p:nvPicPr>
              <p:cNvPr id="3" name="Ink 2">
                <a:extLst>
                  <a:ext uri="{FF2B5EF4-FFF2-40B4-BE49-F238E27FC236}">
                    <a16:creationId xmlns:a16="http://schemas.microsoft.com/office/drawing/2014/main" id="{8E261DAF-A6EB-B548-93AB-82FFB42E33CB}"/>
                  </a:ext>
                </a:extLst>
              </p:cNvPr>
              <p:cNvPicPr/>
              <p:nvPr/>
            </p:nvPicPr>
            <p:blipFill>
              <a:blip r:embed="rId7"/>
              <a:stretch>
                <a:fillRect/>
              </a:stretch>
            </p:blipFill>
            <p:spPr>
              <a:xfrm>
                <a:off x="9250920" y="4838760"/>
                <a:ext cx="1949400" cy="1764000"/>
              </a:xfrm>
              <a:prstGeom prst="rect">
                <a:avLst/>
              </a:prstGeom>
            </p:spPr>
          </p:pic>
        </mc:Fallback>
      </mc:AlternateContent>
    </p:spTree>
    <p:extLst>
      <p:ext uri="{BB962C8B-B14F-4D97-AF65-F5344CB8AC3E}">
        <p14:creationId xmlns:p14="http://schemas.microsoft.com/office/powerpoint/2010/main" val="758344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p:pic>
        <p:nvPicPr>
          <p:cNvPr id="4" name="Content Placeholder 3">
            <a:extLst>
              <a:ext uri="{FF2B5EF4-FFF2-40B4-BE49-F238E27FC236}">
                <a16:creationId xmlns:a16="http://schemas.microsoft.com/office/drawing/2014/main" id="{2E99FB2D-7D4D-7E45-B4C1-080228A17DB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406164" y="2895600"/>
            <a:ext cx="7633436" cy="3795803"/>
          </a:xfrm>
        </p:spPr>
      </p:pic>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(0&lt;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&lt;2.32)</m:t>
                    </m:r>
                  </m:oMath>
                </a14:m>
                <a:r>
                  <a:rPr lang="en-US" sz="3200" dirty="0"/>
                  <a:t>.</a:t>
                </a:r>
              </a:p>
              <a:p>
                <a:r>
                  <a:rPr lang="en-PH" sz="3200" dirty="0"/>
                  <a:t>Subtract the two areas:</a:t>
                </a:r>
              </a:p>
              <a:p>
                <a:pPr marL="0" indent="0" algn="ctr">
                  <a:buNone/>
                </a:pPr>
                <a14:m>
                  <m:oMath xmlns:m="http://schemas.openxmlformats.org/officeDocument/2006/math">
                    <m:r>
                      <a:rPr lang="en-PH" sz="3200" i="1" dirty="0" smtClean="0">
                        <a:latin typeface="Cambria Math" panose="02040503050406030204" pitchFamily="18" charset="0"/>
                      </a:rPr>
                      <m:t>0.9898</m:t>
                    </m:r>
                    <m:r>
                      <a:rPr lang="en-US" sz="3200" b="0" i="1" dirty="0" smtClean="0">
                        <a:latin typeface="Cambria Math" panose="02040503050406030204" pitchFamily="18" charset="0"/>
                      </a:rPr>
                      <m:t>−</m:t>
                    </m:r>
                    <m:r>
                      <a:rPr lang="en-PH" sz="3200" i="1" dirty="0" smtClean="0">
                        <a:latin typeface="Cambria Math" panose="02040503050406030204" pitchFamily="18" charset="0"/>
                      </a:rPr>
                      <m:t>0.5000</m:t>
                    </m:r>
                    <m:r>
                      <a:rPr lang="en-US" sz="3200" b="0" i="1" dirty="0" smtClean="0">
                        <a:latin typeface="Cambria Math" panose="02040503050406030204" pitchFamily="18" charset="0"/>
                      </a:rPr>
                      <m:t>=</m:t>
                    </m:r>
                    <m:r>
                      <a:rPr lang="en-PH" sz="3200" i="1" dirty="0" smtClean="0">
                        <a:latin typeface="Cambria Math" panose="02040503050406030204" pitchFamily="18" charset="0"/>
                      </a:rPr>
                      <m:t>0.4898</m:t>
                    </m:r>
                  </m:oMath>
                </a14:m>
                <a:r>
                  <a:rPr lang="en-PH" sz="3200" dirty="0"/>
                  <a:t>. </a:t>
                </a:r>
              </a:p>
              <a:p>
                <a:r>
                  <a:rPr lang="en-PH" sz="3200" dirty="0"/>
                  <a:t>Hence the probability is 0.4898, or 48.98%.</a:t>
                </a:r>
              </a:p>
              <a:p>
                <a:pPr marL="0" indent="0">
                  <a:buNone/>
                </a:pPr>
                <a:endParaRPr lang="en-US" dirty="0"/>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3"/>
                <a:stretch>
                  <a:fillRect l="-2281" t="-290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597B330-4649-3B47-A675-4B451DCF8912}"/>
                  </a:ext>
                </a:extLst>
              </p14:cNvPr>
              <p14:cNvContentPartPr/>
              <p14:nvPr/>
            </p14:nvContentPartPr>
            <p14:xfrm>
              <a:off x="6828120" y="5077440"/>
              <a:ext cx="615240" cy="280440"/>
            </p14:xfrm>
          </p:contentPart>
        </mc:Choice>
        <mc:Fallback xmlns="">
          <p:pic>
            <p:nvPicPr>
              <p:cNvPr id="2" name="Ink 1">
                <a:extLst>
                  <a:ext uri="{FF2B5EF4-FFF2-40B4-BE49-F238E27FC236}">
                    <a16:creationId xmlns:a16="http://schemas.microsoft.com/office/drawing/2014/main" id="{4597B330-4649-3B47-A675-4B451DCF8912}"/>
                  </a:ext>
                </a:extLst>
              </p:cNvPr>
              <p:cNvPicPr/>
              <p:nvPr/>
            </p:nvPicPr>
            <p:blipFill>
              <a:blip r:embed="rId5"/>
              <a:stretch>
                <a:fillRect/>
              </a:stretch>
            </p:blipFill>
            <p:spPr>
              <a:xfrm>
                <a:off x="6818760" y="5068080"/>
                <a:ext cx="633960" cy="299160"/>
              </a:xfrm>
              <a:prstGeom prst="rect">
                <a:avLst/>
              </a:prstGeom>
            </p:spPr>
          </p:pic>
        </mc:Fallback>
      </mc:AlternateContent>
    </p:spTree>
    <p:extLst>
      <p:ext uri="{BB962C8B-B14F-4D97-AF65-F5344CB8AC3E}">
        <p14:creationId xmlns:p14="http://schemas.microsoft.com/office/powerpoint/2010/main" val="1000492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&lt;1.65)</m:t>
                    </m:r>
                  </m:oMath>
                </a14:m>
                <a:r>
                  <a:rPr lang="en-US" sz="3200" dirty="0"/>
                  <a:t>.</a:t>
                </a:r>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2"/>
                <a:stretch>
                  <a:fillRect l="-2281" t="-2907"/>
                </a:stretch>
              </a:blipFill>
            </p:spPr>
            <p:txBody>
              <a:bodyPr/>
              <a:lstStyle/>
              <a:p>
                <a:r>
                  <a:rPr lang="en-US">
                    <a:noFill/>
                  </a:rPr>
                  <a:t> </a:t>
                </a:r>
              </a:p>
            </p:txBody>
          </p:sp>
        </mc:Fallback>
      </mc:AlternateContent>
      <p:sp>
        <p:nvSpPr>
          <p:cNvPr id="10" name="Content Placeholder 9">
            <a:extLst>
              <a:ext uri="{FF2B5EF4-FFF2-40B4-BE49-F238E27FC236}">
                <a16:creationId xmlns:a16="http://schemas.microsoft.com/office/drawing/2014/main" id="{426D5E78-9359-EB45-A288-9AD941AB73E3}"/>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512800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AACD17B-E573-8B4F-B596-84C27EDEF72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577611" y="2590800"/>
            <a:ext cx="8309589" cy="4048548"/>
          </a:xfrm>
        </p:spPr>
      </p:pic>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&lt;1.65)</m:t>
                    </m:r>
                  </m:oMath>
                </a14:m>
                <a:r>
                  <a:rPr lang="en-US" sz="3200" dirty="0"/>
                  <a:t>.</a:t>
                </a:r>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3"/>
                <a:stretch>
                  <a:fillRect l="-2281" t="-2907"/>
                </a:stretch>
              </a:blipFill>
            </p:spPr>
            <p:txBody>
              <a:bodyPr/>
              <a:lstStyle/>
              <a:p>
                <a:r>
                  <a:rPr lang="en-US">
                    <a:noFill/>
                  </a:rPr>
                  <a:t> </a:t>
                </a:r>
              </a:p>
            </p:txBody>
          </p:sp>
        </mc:Fallback>
      </mc:AlternateContent>
    </p:spTree>
    <p:extLst>
      <p:ext uri="{BB962C8B-B14F-4D97-AF65-F5344CB8AC3E}">
        <p14:creationId xmlns:p14="http://schemas.microsoft.com/office/powerpoint/2010/main" val="1701680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AACD17B-E573-8B4F-B596-84C27EDEF72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577611" y="2590800"/>
            <a:ext cx="8309589" cy="4048548"/>
          </a:xfrm>
        </p:spPr>
      </p:pic>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&lt;1.65)</m:t>
                    </m:r>
                  </m:oMath>
                </a14:m>
                <a:r>
                  <a:rPr lang="en-US" sz="3200" dirty="0"/>
                  <a:t>.</a:t>
                </a:r>
              </a:p>
              <a:p>
                <a:pPr marL="0" indent="0" algn="ctr">
                  <a:buNone/>
                </a:pPr>
                <a:endParaRPr lang="en-US" sz="320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3200" i="1" dirty="0">
                          <a:latin typeface="Cambria Math" panose="02040503050406030204" pitchFamily="18" charset="0"/>
                        </a:rPr>
                        <m:t>𝑃</m:t>
                      </m:r>
                      <m:r>
                        <a:rPr lang="en-US" sz="3200" i="1" dirty="0">
                          <a:latin typeface="Cambria Math" panose="02040503050406030204" pitchFamily="18" charset="0"/>
                        </a:rPr>
                        <m:t>(</m:t>
                      </m:r>
                      <m:r>
                        <a:rPr lang="en-US" sz="3200" i="1" dirty="0">
                          <a:latin typeface="Cambria Math" panose="02040503050406030204" pitchFamily="18" charset="0"/>
                        </a:rPr>
                        <m:t>𝑧</m:t>
                      </m:r>
                      <m:r>
                        <a:rPr lang="en-US" sz="3200" i="1" dirty="0">
                          <a:latin typeface="Cambria Math" panose="02040503050406030204" pitchFamily="18" charset="0"/>
                        </a:rPr>
                        <m:t>&lt;1.65)</m:t>
                      </m:r>
                      <m:r>
                        <m:rPr>
                          <m:nor/>
                        </m:rPr>
                        <a:rPr lang="en-US" sz="3200" b="0" i="0" dirty="0" smtClean="0">
                          <a:latin typeface="Cambria Math" panose="02040503050406030204" pitchFamily="18" charset="0"/>
                        </a:rPr>
                        <m:t>=</m:t>
                      </m:r>
                      <m:r>
                        <a:rPr lang="en-PH" sz="3200" i="1" dirty="0" smtClean="0">
                          <a:latin typeface="Cambria Math" panose="02040503050406030204" pitchFamily="18" charset="0"/>
                        </a:rPr>
                        <m:t>0.9</m:t>
                      </m:r>
                      <m:r>
                        <a:rPr lang="en-US" sz="3200" b="0" i="1" dirty="0" smtClean="0">
                          <a:latin typeface="Cambria Math" panose="02040503050406030204" pitchFamily="18" charset="0"/>
                        </a:rPr>
                        <m:t>505</m:t>
                      </m:r>
                    </m:oMath>
                  </m:oMathPara>
                </a14:m>
                <a:endParaRPr lang="en-US" dirty="0"/>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3"/>
                <a:stretch>
                  <a:fillRect l="-2281" t="-2907"/>
                </a:stretch>
              </a:blipFill>
            </p:spPr>
            <p:txBody>
              <a:bodyPr/>
              <a:lstStyle/>
              <a:p>
                <a:r>
                  <a:rPr lang="en-US">
                    <a:noFill/>
                  </a:rPr>
                  <a:t> </a:t>
                </a:r>
              </a:p>
            </p:txBody>
          </p:sp>
        </mc:Fallback>
      </mc:AlternateContent>
    </p:spTree>
    <p:extLst>
      <p:ext uri="{BB962C8B-B14F-4D97-AF65-F5344CB8AC3E}">
        <p14:creationId xmlns:p14="http://schemas.microsoft.com/office/powerpoint/2010/main" val="24647749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&gt;1.91)</m:t>
                    </m:r>
                  </m:oMath>
                </a14:m>
                <a:r>
                  <a:rPr lang="en-US" sz="3200" dirty="0"/>
                  <a:t>.</a:t>
                </a:r>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2"/>
                <a:stretch>
                  <a:fillRect l="-2281" t="-2907"/>
                </a:stretch>
              </a:blipFill>
            </p:spPr>
            <p:txBody>
              <a:bodyPr/>
              <a:lstStyle/>
              <a:p>
                <a:r>
                  <a:rPr lang="en-US">
                    <a:noFill/>
                  </a:rPr>
                  <a:t> </a:t>
                </a:r>
              </a:p>
            </p:txBody>
          </p:sp>
        </mc:Fallback>
      </mc:AlternateContent>
      <p:sp>
        <p:nvSpPr>
          <p:cNvPr id="14" name="Content Placeholder 13">
            <a:extLst>
              <a:ext uri="{FF2B5EF4-FFF2-40B4-BE49-F238E27FC236}">
                <a16:creationId xmlns:a16="http://schemas.microsoft.com/office/drawing/2014/main" id="{D9DF82A2-7B0A-A349-9F2E-1A1CF4C438C3}"/>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9324157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D0C13210-7454-BC41-9950-C2C7935CA6B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76800" y="3172177"/>
            <a:ext cx="6934200" cy="3255977"/>
          </a:xfrm>
        </p:spPr>
      </p:pic>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&gt;1.91)</m:t>
                    </m:r>
                  </m:oMath>
                </a14:m>
                <a:r>
                  <a:rPr lang="en-US" sz="3200" dirty="0"/>
                  <a:t>.</a:t>
                </a:r>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3"/>
                <a:stretch>
                  <a:fillRect l="-2281" t="-290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9737ECC-4F7C-534F-A539-D6C36D587D95}"/>
                  </a:ext>
                </a:extLst>
              </p14:cNvPr>
              <p14:cNvContentPartPr/>
              <p14:nvPr/>
            </p14:nvContentPartPr>
            <p14:xfrm>
              <a:off x="8089920" y="4509360"/>
              <a:ext cx="370440" cy="547920"/>
            </p14:xfrm>
          </p:contentPart>
        </mc:Choice>
        <mc:Fallback xmlns="">
          <p:pic>
            <p:nvPicPr>
              <p:cNvPr id="2" name="Ink 1">
                <a:extLst>
                  <a:ext uri="{FF2B5EF4-FFF2-40B4-BE49-F238E27FC236}">
                    <a16:creationId xmlns:a16="http://schemas.microsoft.com/office/drawing/2014/main" id="{89737ECC-4F7C-534F-A539-D6C36D587D95}"/>
                  </a:ext>
                </a:extLst>
              </p:cNvPr>
              <p:cNvPicPr/>
              <p:nvPr/>
            </p:nvPicPr>
            <p:blipFill>
              <a:blip r:embed="rId5"/>
              <a:stretch>
                <a:fillRect/>
              </a:stretch>
            </p:blipFill>
            <p:spPr>
              <a:xfrm>
                <a:off x="8080560" y="4500000"/>
                <a:ext cx="389160" cy="566640"/>
              </a:xfrm>
              <a:prstGeom prst="rect">
                <a:avLst/>
              </a:prstGeom>
            </p:spPr>
          </p:pic>
        </mc:Fallback>
      </mc:AlternateContent>
    </p:spTree>
    <p:extLst>
      <p:ext uri="{BB962C8B-B14F-4D97-AF65-F5344CB8AC3E}">
        <p14:creationId xmlns:p14="http://schemas.microsoft.com/office/powerpoint/2010/main" val="1855134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D0C13210-7454-BC41-9950-C2C7935CA6B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76800" y="3172177"/>
            <a:ext cx="6934200" cy="3255977"/>
          </a:xfrm>
        </p:spPr>
      </p:pic>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&gt;1.91)</m:t>
                    </m:r>
                  </m:oMath>
                </a14:m>
                <a:r>
                  <a:rPr lang="en-US" sz="3200" dirty="0"/>
                  <a:t>.</a:t>
                </a:r>
              </a:p>
              <a:p>
                <a:pPr marL="0" indent="0">
                  <a:buNone/>
                </a:pPr>
                <a:r>
                  <a:rPr lang="en-PH" sz="3200" dirty="0"/>
                  <a:t>Look up the area that corresponds to </a:t>
                </a:r>
                <a14:m>
                  <m:oMath xmlns:m="http://schemas.openxmlformats.org/officeDocument/2006/math">
                    <m:r>
                      <a:rPr lang="en-PH" sz="3200" i="1" dirty="0" smtClean="0">
                        <a:latin typeface="Cambria Math" panose="02040503050406030204" pitchFamily="18" charset="0"/>
                      </a:rPr>
                      <m:t>𝑧</m:t>
                    </m:r>
                    <m:r>
                      <a:rPr lang="en-US" sz="3200" b="0" i="1" dirty="0" smtClean="0">
                        <a:latin typeface="Cambria Math" panose="02040503050406030204" pitchFamily="18" charset="0"/>
                      </a:rPr>
                      <m:t>=</m:t>
                    </m:r>
                    <m:r>
                      <a:rPr lang="en-PH" sz="3200" i="1" dirty="0">
                        <a:latin typeface="Cambria Math" panose="02040503050406030204" pitchFamily="18" charset="0"/>
                      </a:rPr>
                      <m:t>1.91</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which</m:t>
                    </m:r>
                    <m:r>
                      <a:rPr lang="en-US" sz="3200" b="0" i="0" dirty="0" smtClean="0">
                        <a:latin typeface="Cambria Math" panose="02040503050406030204" pitchFamily="18" charset="0"/>
                      </a:rPr>
                      <m:t> </m:t>
                    </m:r>
                  </m:oMath>
                </a14:m>
                <a:r>
                  <a:rPr lang="en-PH" sz="3200" dirty="0"/>
                  <a:t>is 0.9719. </a:t>
                </a:r>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3"/>
                <a:stretch>
                  <a:fillRect l="-2281" t="-290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887A45E-25CD-2341-8A84-11761EAF6736}"/>
                  </a:ext>
                </a:extLst>
              </p14:cNvPr>
              <p14:cNvContentPartPr/>
              <p14:nvPr/>
            </p14:nvContentPartPr>
            <p14:xfrm>
              <a:off x="7502400" y="4953600"/>
              <a:ext cx="1572840" cy="369000"/>
            </p14:xfrm>
          </p:contentPart>
        </mc:Choice>
        <mc:Fallback xmlns="">
          <p:pic>
            <p:nvPicPr>
              <p:cNvPr id="2" name="Ink 1">
                <a:extLst>
                  <a:ext uri="{FF2B5EF4-FFF2-40B4-BE49-F238E27FC236}">
                    <a16:creationId xmlns:a16="http://schemas.microsoft.com/office/drawing/2014/main" id="{D887A45E-25CD-2341-8A84-11761EAF6736}"/>
                  </a:ext>
                </a:extLst>
              </p:cNvPr>
              <p:cNvPicPr/>
              <p:nvPr/>
            </p:nvPicPr>
            <p:blipFill>
              <a:blip r:embed="rId5"/>
              <a:stretch>
                <a:fillRect/>
              </a:stretch>
            </p:blipFill>
            <p:spPr>
              <a:xfrm>
                <a:off x="7493040" y="4944240"/>
                <a:ext cx="1591560" cy="387720"/>
              </a:xfrm>
              <a:prstGeom prst="rect">
                <a:avLst/>
              </a:prstGeom>
            </p:spPr>
          </p:pic>
        </mc:Fallback>
      </mc:AlternateContent>
    </p:spTree>
    <p:extLst>
      <p:ext uri="{BB962C8B-B14F-4D97-AF65-F5344CB8AC3E}">
        <p14:creationId xmlns:p14="http://schemas.microsoft.com/office/powerpoint/2010/main" val="38838916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D0C13210-7454-BC41-9950-C2C7935CA6B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76800" y="3172177"/>
            <a:ext cx="6934200" cy="3255977"/>
          </a:xfrm>
        </p:spPr>
      </p:pic>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7239000" cy="4351338"/>
              </a:xfrm>
            </p:spPr>
            <p:txBody>
              <a:bodyPr>
                <a:normAutofit/>
              </a:bodyPr>
              <a:lstStyle/>
              <a:p>
                <a:pPr marL="0" indent="0">
                  <a:buNone/>
                </a:pPr>
                <a:r>
                  <a:rPr lang="en-PH" sz="3200" dirty="0"/>
                  <a:t>F</a:t>
                </a:r>
                <a14:m>
                  <m:oMath xmlns:m="http://schemas.openxmlformats.org/officeDocument/2006/math">
                    <m:r>
                      <m:rPr>
                        <m:sty m:val="p"/>
                      </m:rPr>
                      <a:rPr lang="en-US" sz="3200" b="0" i="0" dirty="0" smtClean="0">
                        <a:latin typeface="Cambria Math" panose="02040503050406030204" pitchFamily="18" charset="0"/>
                      </a:rPr>
                      <m:t>ind</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the</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probability</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of</m:t>
                    </m:r>
                    <m:r>
                      <a:rPr lang="en-US" sz="3200" b="0" i="0" dirty="0" smtClean="0">
                        <a:latin typeface="Cambria Math" panose="02040503050406030204" pitchFamily="18" charset="0"/>
                      </a:rPr>
                      <m:t> </m:t>
                    </m:r>
                    <m:r>
                      <a:rPr lang="en-US" sz="320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𝑧</m:t>
                    </m:r>
                    <m:r>
                      <a:rPr lang="en-US" sz="3200" b="0" i="1" dirty="0" smtClean="0">
                        <a:latin typeface="Cambria Math" panose="02040503050406030204" pitchFamily="18" charset="0"/>
                      </a:rPr>
                      <m:t>&gt;1.91)</m:t>
                    </m:r>
                  </m:oMath>
                </a14:m>
                <a:r>
                  <a:rPr lang="en-US" sz="3200" dirty="0"/>
                  <a:t>.</a:t>
                </a:r>
              </a:p>
              <a:p>
                <a:pPr marL="0" indent="0">
                  <a:buNone/>
                </a:pPr>
                <a:r>
                  <a:rPr lang="en-PH" sz="3200" dirty="0"/>
                  <a:t>Look up the area that corresponds to </a:t>
                </a:r>
                <a14:m>
                  <m:oMath xmlns:m="http://schemas.openxmlformats.org/officeDocument/2006/math">
                    <m:r>
                      <a:rPr lang="en-PH" sz="3200" i="1" dirty="0" smtClean="0">
                        <a:latin typeface="Cambria Math" panose="02040503050406030204" pitchFamily="18" charset="0"/>
                      </a:rPr>
                      <m:t>𝑧</m:t>
                    </m:r>
                    <m:r>
                      <a:rPr lang="en-US" sz="3200" b="0" i="1" dirty="0" smtClean="0">
                        <a:latin typeface="Cambria Math" panose="02040503050406030204" pitchFamily="18" charset="0"/>
                      </a:rPr>
                      <m:t>=</m:t>
                    </m:r>
                    <m:r>
                      <a:rPr lang="en-PH" sz="3200" i="1" dirty="0">
                        <a:latin typeface="Cambria Math" panose="02040503050406030204" pitchFamily="18" charset="0"/>
                      </a:rPr>
                      <m:t>1.91</m:t>
                    </m:r>
                    <m:r>
                      <a:rPr lang="en-US" sz="3200" b="0" i="0" dirty="0" smtClean="0">
                        <a:latin typeface="Cambria Math" panose="02040503050406030204" pitchFamily="18" charset="0"/>
                      </a:rPr>
                      <m:t> </m:t>
                    </m:r>
                    <m:r>
                      <m:rPr>
                        <m:sty m:val="p"/>
                      </m:rPr>
                      <a:rPr lang="en-US" sz="3200" b="0" i="0" dirty="0" smtClean="0">
                        <a:latin typeface="Cambria Math" panose="02040503050406030204" pitchFamily="18" charset="0"/>
                      </a:rPr>
                      <m:t>which</m:t>
                    </m:r>
                    <m:r>
                      <a:rPr lang="en-US" sz="3200" b="0" i="0" dirty="0" smtClean="0">
                        <a:latin typeface="Cambria Math" panose="02040503050406030204" pitchFamily="18" charset="0"/>
                      </a:rPr>
                      <m:t> </m:t>
                    </m:r>
                  </m:oMath>
                </a14:m>
                <a:r>
                  <a:rPr lang="en-PH" sz="3200" dirty="0"/>
                  <a:t>is 0.9719. </a:t>
                </a:r>
              </a:p>
              <a:p>
                <a:pPr marL="0" indent="0">
                  <a:buNone/>
                </a:pPr>
                <a:r>
                  <a:rPr lang="en-PH" sz="3200" dirty="0"/>
                  <a:t>Then subtract this area from 1.0000. </a:t>
                </a:r>
              </a:p>
              <a:p>
                <a:pPr marL="0" indent="0">
                  <a:buNone/>
                </a:pPr>
                <a14:m>
                  <m:oMathPara xmlns:m="http://schemas.openxmlformats.org/officeDocument/2006/math">
                    <m:oMathParaPr>
                      <m:jc m:val="left"/>
                    </m:oMathParaPr>
                    <m:oMath xmlns:m="http://schemas.openxmlformats.org/officeDocument/2006/math">
                      <m:r>
                        <a:rPr lang="en-US" sz="3200" i="1" dirty="0">
                          <a:latin typeface="Cambria Math" panose="02040503050406030204" pitchFamily="18" charset="0"/>
                        </a:rPr>
                        <m:t>𝑃</m:t>
                      </m:r>
                      <m:d>
                        <m:dPr>
                          <m:ctrlPr>
                            <a:rPr lang="en-US" sz="3200" i="1" dirty="0">
                              <a:latin typeface="Cambria Math" panose="02040503050406030204" pitchFamily="18" charset="0"/>
                            </a:rPr>
                          </m:ctrlPr>
                        </m:dPr>
                        <m:e>
                          <m:r>
                            <a:rPr lang="en-US" sz="3200" i="1" dirty="0">
                              <a:latin typeface="Cambria Math" panose="02040503050406030204" pitchFamily="18" charset="0"/>
                            </a:rPr>
                            <m:t>𝑧</m:t>
                          </m:r>
                          <m:r>
                            <a:rPr lang="en-US" sz="3200" i="1" dirty="0">
                              <a:latin typeface="Cambria Math" panose="02040503050406030204" pitchFamily="18" charset="0"/>
                            </a:rPr>
                            <m:t>&gt;1.91</m:t>
                          </m:r>
                        </m:e>
                      </m:d>
                      <m:r>
                        <a:rPr lang="en-US" sz="3200" b="0" i="1" dirty="0" smtClean="0">
                          <a:latin typeface="Cambria Math" panose="02040503050406030204" pitchFamily="18" charset="0"/>
                        </a:rPr>
                        <m:t>=1−0.9719=0.0281</m:t>
                      </m:r>
                    </m:oMath>
                  </m:oMathPara>
                </a14:m>
                <a:endParaRPr lang="en-US" sz="3200" i="1" dirty="0">
                  <a:latin typeface="Cambria Math" panose="02040503050406030204" pitchFamily="18" charset="0"/>
                </a:endParaRPr>
              </a:p>
              <a:p>
                <a:pPr marL="0" indent="0">
                  <a:buNone/>
                </a:pPr>
                <a:r>
                  <a:rPr lang="en-PH" sz="3200" dirty="0"/>
                  <a:t>or 2.81%.</a:t>
                </a:r>
              </a:p>
            </p:txBody>
          </p:sp>
        </mc:Choice>
        <mc:Fallback xmlns="">
          <p:sp>
            <p:nvSpPr>
              <p:cNvPr id="8" name="Content Placeholder 7">
                <a:extLst>
                  <a:ext uri="{FF2B5EF4-FFF2-40B4-BE49-F238E27FC236}">
                    <a16:creationId xmlns:a16="http://schemas.microsoft.com/office/drawing/2014/main" id="{B3367588-F662-7043-AA56-E5F6CC33F42D}"/>
                  </a:ext>
                </a:extLst>
              </p:cNvPr>
              <p:cNvSpPr>
                <a:spLocks noGrp="1" noRot="1" noChangeAspect="1" noMove="1" noResize="1" noEditPoints="1" noAdjustHandles="1" noChangeArrowheads="1" noChangeShapeType="1" noTextEdit="1"/>
              </p:cNvSpPr>
              <p:nvPr>
                <p:ph sz="half" idx="1"/>
              </p:nvPr>
            </p:nvSpPr>
            <p:spPr>
              <a:xfrm>
                <a:off x="838200" y="1825625"/>
                <a:ext cx="7239000" cy="4351338"/>
              </a:xfrm>
              <a:blipFill>
                <a:blip r:embed="rId3"/>
                <a:stretch>
                  <a:fillRect l="-2281" t="-2907"/>
                </a:stretch>
              </a:blipFill>
            </p:spPr>
            <p:txBody>
              <a:bodyPr/>
              <a:lstStyle/>
              <a:p>
                <a:r>
                  <a:rPr lang="en-US">
                    <a:noFill/>
                  </a:rPr>
                  <a:t> </a:t>
                </a:r>
              </a:p>
            </p:txBody>
          </p:sp>
        </mc:Fallback>
      </mc:AlternateContent>
    </p:spTree>
    <p:extLst>
      <p:ext uri="{BB962C8B-B14F-4D97-AF65-F5344CB8AC3E}">
        <p14:creationId xmlns:p14="http://schemas.microsoft.com/office/powerpoint/2010/main" val="31808222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10515600" cy="1325563"/>
          </a:xfrm>
        </p:spPr>
        <p:txBody>
          <a:bodyPr>
            <a:normAutofit fontScale="92500"/>
          </a:bodyPr>
          <a:lstStyle/>
          <a:p>
            <a:pPr marL="0" indent="0">
              <a:buNone/>
            </a:pPr>
            <a:r>
              <a:rPr lang="en-PH" sz="3500" dirty="0"/>
              <a:t>Find the z value such that the area under the standard normal distribution curve between 0 and the z value is 0.2123.</a:t>
            </a:r>
          </a:p>
          <a:p>
            <a:pPr marL="0" indent="0">
              <a:buNone/>
            </a:pPr>
            <a:endParaRPr lang="en-PH" dirty="0"/>
          </a:p>
        </p:txBody>
      </p:sp>
      <p:sp>
        <p:nvSpPr>
          <p:cNvPr id="11" name="Content Placeholder 10">
            <a:extLst>
              <a:ext uri="{FF2B5EF4-FFF2-40B4-BE49-F238E27FC236}">
                <a16:creationId xmlns:a16="http://schemas.microsoft.com/office/drawing/2014/main" id="{42579275-CB80-2C4C-96ED-FD3C63C6ABDD}"/>
              </a:ext>
            </a:extLst>
          </p:cNvPr>
          <p:cNvSpPr>
            <a:spLocks noGrp="1"/>
          </p:cNvSpPr>
          <p:nvPr>
            <p:ph sz="half" idx="2"/>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81C0B00-1D0F-6A4E-AE5C-124369ABBAE9}"/>
                  </a:ext>
                </a:extLst>
              </p14:cNvPr>
              <p14:cNvContentPartPr/>
              <p14:nvPr/>
            </p14:nvContentPartPr>
            <p14:xfrm>
              <a:off x="7295760" y="2977560"/>
              <a:ext cx="360" cy="360"/>
            </p14:xfrm>
          </p:contentPart>
        </mc:Choice>
        <mc:Fallback xmlns="">
          <p:pic>
            <p:nvPicPr>
              <p:cNvPr id="2" name="Ink 1">
                <a:extLst>
                  <a:ext uri="{FF2B5EF4-FFF2-40B4-BE49-F238E27FC236}">
                    <a16:creationId xmlns:a16="http://schemas.microsoft.com/office/drawing/2014/main" id="{581C0B00-1D0F-6A4E-AE5C-124369ABBAE9}"/>
                  </a:ext>
                </a:extLst>
              </p:cNvPr>
              <p:cNvPicPr/>
              <p:nvPr/>
            </p:nvPicPr>
            <p:blipFill>
              <a:blip r:embed="rId3"/>
              <a:stretch>
                <a:fillRect/>
              </a:stretch>
            </p:blipFill>
            <p:spPr>
              <a:xfrm>
                <a:off x="7286400" y="2968200"/>
                <a:ext cx="19080" cy="19080"/>
              </a:xfrm>
              <a:prstGeom prst="rect">
                <a:avLst/>
              </a:prstGeom>
            </p:spPr>
          </p:pic>
        </mc:Fallback>
      </mc:AlternateContent>
    </p:spTree>
    <p:extLst>
      <p:ext uri="{BB962C8B-B14F-4D97-AF65-F5344CB8AC3E}">
        <p14:creationId xmlns:p14="http://schemas.microsoft.com/office/powerpoint/2010/main" val="17216195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6840D0-53CB-1242-8245-D9BA3A1F216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05329" y="3429000"/>
            <a:ext cx="6248400" cy="3001930"/>
          </a:xfrm>
        </p:spPr>
      </p:pic>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10515600" cy="1325563"/>
          </a:xfrm>
        </p:spPr>
        <p:txBody>
          <a:bodyPr>
            <a:normAutofit fontScale="92500"/>
          </a:bodyPr>
          <a:lstStyle/>
          <a:p>
            <a:pPr marL="0" indent="0">
              <a:buNone/>
            </a:pPr>
            <a:r>
              <a:rPr lang="en-PH" sz="3500" dirty="0"/>
              <a:t>Find the z value such that the area under the standard normal distribution curve between 0 and the z value is 0.2123.</a:t>
            </a:r>
          </a:p>
          <a:p>
            <a:pPr marL="0" indent="0">
              <a:buNone/>
            </a:pPr>
            <a:endParaRPr lang="en-PH"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76C6F82-700D-0246-B89A-78F325171348}"/>
                  </a:ext>
                </a:extLst>
              </p14:cNvPr>
              <p14:cNvContentPartPr/>
              <p14:nvPr/>
            </p14:nvContentPartPr>
            <p14:xfrm>
              <a:off x="2185920" y="2920680"/>
              <a:ext cx="7179120" cy="2397600"/>
            </p14:xfrm>
          </p:contentPart>
        </mc:Choice>
        <mc:Fallback xmlns="">
          <p:pic>
            <p:nvPicPr>
              <p:cNvPr id="2" name="Ink 1">
                <a:extLst>
                  <a:ext uri="{FF2B5EF4-FFF2-40B4-BE49-F238E27FC236}">
                    <a16:creationId xmlns:a16="http://schemas.microsoft.com/office/drawing/2014/main" id="{B76C6F82-700D-0246-B89A-78F325171348}"/>
                  </a:ext>
                </a:extLst>
              </p:cNvPr>
              <p:cNvPicPr/>
              <p:nvPr/>
            </p:nvPicPr>
            <p:blipFill>
              <a:blip r:embed="rId4"/>
              <a:stretch>
                <a:fillRect/>
              </a:stretch>
            </p:blipFill>
            <p:spPr>
              <a:xfrm>
                <a:off x="2176560" y="2911320"/>
                <a:ext cx="7197840" cy="2416320"/>
              </a:xfrm>
              <a:prstGeom prst="rect">
                <a:avLst/>
              </a:prstGeom>
            </p:spPr>
          </p:pic>
        </mc:Fallback>
      </mc:AlternateContent>
    </p:spTree>
    <p:extLst>
      <p:ext uri="{BB962C8B-B14F-4D97-AF65-F5344CB8AC3E}">
        <p14:creationId xmlns:p14="http://schemas.microsoft.com/office/powerpoint/2010/main" val="24410516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6840D0-53CB-1242-8245-D9BA3A1F216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05329" y="3429000"/>
            <a:ext cx="6248400" cy="3001930"/>
          </a:xfrm>
        </p:spPr>
      </p:pic>
      <p:sp>
        <p:nvSpPr>
          <p:cNvPr id="7" name="Title 6">
            <a:extLst>
              <a:ext uri="{FF2B5EF4-FFF2-40B4-BE49-F238E27FC236}">
                <a16:creationId xmlns:a16="http://schemas.microsoft.com/office/drawing/2014/main" id="{514F0AC8-6A38-B642-858F-85D49251C2CB}"/>
              </a:ext>
            </a:extLst>
          </p:cNvPr>
          <p:cNvSpPr>
            <a:spLocks noGrp="1"/>
          </p:cNvSpPr>
          <p:nvPr>
            <p:ph type="title"/>
          </p:nvPr>
        </p:nvSpPr>
        <p:spPr/>
        <p:txBody>
          <a:bodyPr>
            <a:normAutofit/>
          </a:bodyPr>
          <a:lstStyle/>
          <a:p>
            <a:r>
              <a:rPr lang="en-PH" dirty="0"/>
              <a:t>A Normal Distribution Curve as a Probability Distribution Curve</a:t>
            </a:r>
            <a:endParaRPr lang="en-US" dirty="0"/>
          </a:p>
        </p:txBody>
      </p:sp>
      <p:sp>
        <p:nvSpPr>
          <p:cNvPr id="8" name="Content Placeholder 7">
            <a:extLst>
              <a:ext uri="{FF2B5EF4-FFF2-40B4-BE49-F238E27FC236}">
                <a16:creationId xmlns:a16="http://schemas.microsoft.com/office/drawing/2014/main" id="{B3367588-F662-7043-AA56-E5F6CC33F42D}"/>
              </a:ext>
            </a:extLst>
          </p:cNvPr>
          <p:cNvSpPr>
            <a:spLocks noGrp="1"/>
          </p:cNvSpPr>
          <p:nvPr>
            <p:ph sz="half" idx="1"/>
          </p:nvPr>
        </p:nvSpPr>
        <p:spPr>
          <a:xfrm>
            <a:off x="838200" y="1825625"/>
            <a:ext cx="10515600" cy="1325563"/>
          </a:xfrm>
        </p:spPr>
        <p:txBody>
          <a:bodyPr>
            <a:normAutofit fontScale="92500"/>
          </a:bodyPr>
          <a:lstStyle/>
          <a:p>
            <a:pPr marL="0" indent="0">
              <a:buNone/>
            </a:pPr>
            <a:r>
              <a:rPr lang="en-PH" sz="3500" dirty="0"/>
              <a:t>Find the z value such that the area under the standard normal distribution curve between 0 and the z value is 0.2123.</a:t>
            </a:r>
          </a:p>
          <a:p>
            <a:pPr marL="0" indent="0">
              <a:buNone/>
            </a:pPr>
            <a:endParaRPr lang="en-PH" dirty="0"/>
          </a:p>
        </p:txBody>
      </p:sp>
      <p:pic>
        <p:nvPicPr>
          <p:cNvPr id="9" name="Picture 8">
            <a:extLst>
              <a:ext uri="{FF2B5EF4-FFF2-40B4-BE49-F238E27FC236}">
                <a16:creationId xmlns:a16="http://schemas.microsoft.com/office/drawing/2014/main" id="{F4DCA562-E449-4E48-91D5-1714A9B5EF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978" y="2895601"/>
            <a:ext cx="6043071" cy="3352800"/>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EE55A2D-119E-6B4C-93DC-6646984579B5}"/>
                  </a:ext>
                </a:extLst>
              </p14:cNvPr>
              <p14:cNvContentPartPr/>
              <p14:nvPr/>
            </p14:nvContentPartPr>
            <p14:xfrm>
              <a:off x="9298440" y="5022720"/>
              <a:ext cx="745200" cy="266400"/>
            </p14:xfrm>
          </p:contentPart>
        </mc:Choice>
        <mc:Fallback xmlns="">
          <p:pic>
            <p:nvPicPr>
              <p:cNvPr id="2" name="Ink 1">
                <a:extLst>
                  <a:ext uri="{FF2B5EF4-FFF2-40B4-BE49-F238E27FC236}">
                    <a16:creationId xmlns:a16="http://schemas.microsoft.com/office/drawing/2014/main" id="{EEE55A2D-119E-6B4C-93DC-6646984579B5}"/>
                  </a:ext>
                </a:extLst>
              </p:cNvPr>
              <p:cNvPicPr/>
              <p:nvPr/>
            </p:nvPicPr>
            <p:blipFill>
              <a:blip r:embed="rId5"/>
              <a:stretch>
                <a:fillRect/>
              </a:stretch>
            </p:blipFill>
            <p:spPr>
              <a:xfrm>
                <a:off x="9289080" y="5013360"/>
                <a:ext cx="763920" cy="285120"/>
              </a:xfrm>
              <a:prstGeom prst="rect">
                <a:avLst/>
              </a:prstGeom>
            </p:spPr>
          </p:pic>
        </mc:Fallback>
      </mc:AlternateContent>
    </p:spTree>
    <p:extLst>
      <p:ext uri="{BB962C8B-B14F-4D97-AF65-F5344CB8AC3E}">
        <p14:creationId xmlns:p14="http://schemas.microsoft.com/office/powerpoint/2010/main" val="18917179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Standard normal distribution</a:t>
            </a:r>
          </a:p>
        </p:txBody>
      </p:sp>
      <p:sp>
        <p:nvSpPr>
          <p:cNvPr id="5" name="Content Placeholder 4"/>
          <p:cNvSpPr>
            <a:spLocks noGrp="1"/>
          </p:cNvSpPr>
          <p:nvPr>
            <p:ph idx="1"/>
          </p:nvPr>
        </p:nvSpPr>
        <p:spPr/>
        <p:txBody>
          <a:bodyPr>
            <a:normAutofit/>
          </a:bodyPr>
          <a:lstStyle/>
          <a:p>
            <a:pPr marL="114300" indent="0">
              <a:buNone/>
            </a:pPr>
            <a:r>
              <a:rPr lang="en-PH" sz="3600" b="1" dirty="0"/>
              <a:t>Find the Area under the Standard Normal Distribution Curve</a:t>
            </a:r>
            <a:endParaRPr lang="en-PH" sz="3600" dirty="0"/>
          </a:p>
          <a:p>
            <a:pPr marL="857250" indent="-742950">
              <a:buAutoNum type="arabicPeriod"/>
            </a:pPr>
            <a:r>
              <a:rPr lang="en-PH" sz="3600" dirty="0"/>
              <a:t>Between z = 0 and z = 2.34</a:t>
            </a:r>
          </a:p>
          <a:p>
            <a:pPr marL="857250" indent="-742950">
              <a:buAutoNum type="arabicPeriod"/>
            </a:pPr>
            <a:r>
              <a:rPr lang="en-PH" sz="3600" dirty="0"/>
              <a:t>Left of x = -1. 93</a:t>
            </a:r>
          </a:p>
          <a:p>
            <a:pPr marL="857250" indent="-742950">
              <a:buAutoNum type="arabicPeriod"/>
            </a:pPr>
            <a:r>
              <a:rPr lang="en-PH" sz="3600" dirty="0"/>
              <a:t>Between z = 2.00 and z = 2.47</a:t>
            </a:r>
          </a:p>
          <a:p>
            <a:pPr marL="857250" indent="-742950">
              <a:buAutoNum type="arabicPeriod"/>
            </a:pPr>
            <a:r>
              <a:rPr lang="en-PH" sz="3600" dirty="0"/>
              <a:t>Between z = -2.48 and z = -0.83</a:t>
            </a:r>
          </a:p>
        </p:txBody>
      </p:sp>
    </p:spTree>
    <p:extLst>
      <p:ext uri="{BB962C8B-B14F-4D97-AF65-F5344CB8AC3E}">
        <p14:creationId xmlns:p14="http://schemas.microsoft.com/office/powerpoint/2010/main" val="10986966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Standard normal distribution</a:t>
            </a:r>
          </a:p>
        </p:txBody>
      </p:sp>
      <p:sp>
        <p:nvSpPr>
          <p:cNvPr id="5" name="Content Placeholder 4"/>
          <p:cNvSpPr>
            <a:spLocks noGrp="1"/>
          </p:cNvSpPr>
          <p:nvPr>
            <p:ph idx="1"/>
          </p:nvPr>
        </p:nvSpPr>
        <p:spPr/>
        <p:txBody>
          <a:bodyPr>
            <a:normAutofit/>
          </a:bodyPr>
          <a:lstStyle/>
          <a:p>
            <a:pPr marL="114300" indent="0">
              <a:buNone/>
            </a:pPr>
            <a:r>
              <a:rPr lang="en-PH" sz="3600" b="1" dirty="0"/>
              <a:t>Find the Area under the Standard Normal Distribution Curve</a:t>
            </a:r>
            <a:endParaRPr lang="en-PH" sz="3600" dirty="0"/>
          </a:p>
          <a:p>
            <a:pPr marL="857250" indent="-742950">
              <a:buAutoNum type="arabicPeriod"/>
            </a:pPr>
            <a:r>
              <a:rPr lang="en-PH" sz="3600" dirty="0"/>
              <a:t>Between z = 1.68 and z = -1.37</a:t>
            </a:r>
          </a:p>
          <a:p>
            <a:pPr marL="857250" indent="-742950">
              <a:buAutoNum type="arabicPeriod"/>
            </a:pPr>
            <a:r>
              <a:rPr lang="en-PH" sz="3600" dirty="0"/>
              <a:t>Left of z = 1.99</a:t>
            </a:r>
          </a:p>
          <a:p>
            <a:pPr marL="857250" indent="-742950">
              <a:buAutoNum type="arabicPeriod"/>
            </a:pPr>
            <a:r>
              <a:rPr lang="en-PH" sz="3600" dirty="0"/>
              <a:t>Right of z = -1.16</a:t>
            </a:r>
          </a:p>
          <a:p>
            <a:pPr marL="857250" indent="-742950">
              <a:buAutoNum type="arabicPeriod"/>
            </a:pPr>
            <a:r>
              <a:rPr lang="en-PH" sz="3600" dirty="0"/>
              <a:t>Right of z = 2.43 and left of z = -3.01</a:t>
            </a:r>
          </a:p>
        </p:txBody>
      </p:sp>
    </p:spTree>
    <p:extLst>
      <p:ext uri="{BB962C8B-B14F-4D97-AF65-F5344CB8AC3E}">
        <p14:creationId xmlns:p14="http://schemas.microsoft.com/office/powerpoint/2010/main" val="825958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Standard normal distribution</a:t>
            </a:r>
          </a:p>
        </p:txBody>
      </p:sp>
      <p:sp>
        <p:nvSpPr>
          <p:cNvPr id="5" name="Content Placeholder 4"/>
          <p:cNvSpPr>
            <a:spLocks noGrp="1"/>
          </p:cNvSpPr>
          <p:nvPr>
            <p:ph idx="1"/>
          </p:nvPr>
        </p:nvSpPr>
        <p:spPr/>
        <p:txBody>
          <a:bodyPr>
            <a:normAutofit/>
          </a:bodyPr>
          <a:lstStyle/>
          <a:p>
            <a:pPr marL="114300" indent="0">
              <a:buNone/>
            </a:pPr>
            <a:r>
              <a:rPr lang="en-PH" sz="3600" dirty="0"/>
              <a:t>A normal distribution curve can be used as a probability distribution curve for normally distributed variables.</a:t>
            </a:r>
          </a:p>
          <a:p>
            <a:pPr marL="114300" indent="0" algn="ctr">
              <a:buNone/>
            </a:pPr>
            <a:r>
              <a:rPr lang="en-PH" sz="3600" dirty="0"/>
              <a:t>P(a&lt;z&lt;b)</a:t>
            </a:r>
          </a:p>
          <a:p>
            <a:pPr marL="114300" indent="0" algn="ctr">
              <a:buNone/>
            </a:pPr>
            <a:r>
              <a:rPr lang="en-PH" sz="3600" dirty="0"/>
              <a:t>P(z&lt;a)</a:t>
            </a:r>
          </a:p>
          <a:p>
            <a:pPr marL="114300" indent="0" algn="ctr">
              <a:buNone/>
            </a:pPr>
            <a:r>
              <a:rPr lang="en-PH" sz="3600" dirty="0"/>
              <a:t>P(z&gt;a</a:t>
            </a:r>
          </a:p>
        </p:txBody>
      </p:sp>
    </p:spTree>
    <p:extLst>
      <p:ext uri="{BB962C8B-B14F-4D97-AF65-F5344CB8AC3E}">
        <p14:creationId xmlns:p14="http://schemas.microsoft.com/office/powerpoint/2010/main" val="4628039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Standard normal distribution</a:t>
            </a:r>
          </a:p>
        </p:txBody>
      </p:sp>
      <p:sp>
        <p:nvSpPr>
          <p:cNvPr id="5" name="Content Placeholder 4"/>
          <p:cNvSpPr>
            <a:spLocks noGrp="1"/>
          </p:cNvSpPr>
          <p:nvPr>
            <p:ph idx="1"/>
          </p:nvPr>
        </p:nvSpPr>
        <p:spPr/>
        <p:txBody>
          <a:bodyPr>
            <a:normAutofit/>
          </a:bodyPr>
          <a:lstStyle/>
          <a:p>
            <a:pPr marL="114300" indent="0">
              <a:buNone/>
            </a:pPr>
            <a:r>
              <a:rPr lang="en-PH" sz="3600" b="1" dirty="0"/>
              <a:t>Find the probability for each:</a:t>
            </a:r>
          </a:p>
          <a:p>
            <a:pPr marL="857250" indent="-742950">
              <a:buAutoNum type="arabicPeriod"/>
            </a:pPr>
            <a:r>
              <a:rPr lang="en-PH" sz="3600" dirty="0"/>
              <a:t>P( 0 &lt; z &lt; 2.32)</a:t>
            </a:r>
          </a:p>
          <a:p>
            <a:pPr marL="857250" indent="-742950">
              <a:buAutoNum type="arabicPeriod"/>
            </a:pPr>
            <a:r>
              <a:rPr lang="en-PH" sz="3600" dirty="0"/>
              <a:t>P ( z &lt; 1.65)</a:t>
            </a:r>
          </a:p>
          <a:p>
            <a:pPr marL="857250" indent="-742950">
              <a:buAutoNum type="arabicPeriod"/>
            </a:pPr>
            <a:r>
              <a:rPr lang="en-PH" sz="3600" dirty="0"/>
              <a:t>P ( z &gt; 1.91)</a:t>
            </a:r>
          </a:p>
          <a:p>
            <a:pPr marL="114300" indent="0">
              <a:buNone/>
            </a:pPr>
            <a:r>
              <a:rPr lang="en-PH" sz="3600" b="1" dirty="0"/>
              <a:t>Find the value of z</a:t>
            </a:r>
          </a:p>
          <a:p>
            <a:pPr marL="114300" indent="0">
              <a:buNone/>
            </a:pPr>
            <a:r>
              <a:rPr lang="en-PH" sz="3600" dirty="0"/>
              <a:t>1. Area between 0 and z = value is 0.2123.</a:t>
            </a:r>
          </a:p>
          <a:p>
            <a:pPr marL="114300" indent="0">
              <a:buNone/>
            </a:pPr>
            <a:endParaRPr lang="en-PH" sz="3600" dirty="0"/>
          </a:p>
        </p:txBody>
      </p:sp>
    </p:spTree>
    <p:extLst>
      <p:ext uri="{BB962C8B-B14F-4D97-AF65-F5344CB8AC3E}">
        <p14:creationId xmlns:p14="http://schemas.microsoft.com/office/powerpoint/2010/main" val="4628039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Applications of the normal distribution</a:t>
            </a:r>
          </a:p>
        </p:txBody>
      </p:sp>
      <p:sp>
        <p:nvSpPr>
          <p:cNvPr id="5" name="Text Placeholder 4"/>
          <p:cNvSpPr>
            <a:spLocks noGrp="1"/>
          </p:cNvSpPr>
          <p:nvPr>
            <p:ph type="body" idx="1"/>
          </p:nvPr>
        </p:nvSpPr>
        <p:spPr/>
        <p:txBody>
          <a:bodyPr/>
          <a:lstStyle/>
          <a:p>
            <a:r>
              <a:rPr lang="en-PH" dirty="0"/>
              <a:t>Lesson 6.3</a:t>
            </a:r>
          </a:p>
        </p:txBody>
      </p:sp>
    </p:spTree>
    <p:extLst>
      <p:ext uri="{BB962C8B-B14F-4D97-AF65-F5344CB8AC3E}">
        <p14:creationId xmlns:p14="http://schemas.microsoft.com/office/powerpoint/2010/main" val="31518873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825625"/>
            <a:ext cx="10363200" cy="2746375"/>
          </a:xfrm>
        </p:spPr>
        <p:txBody>
          <a:bodyPr/>
          <a:lstStyle/>
          <a:p>
            <a:pPr marL="0" indent="0">
              <a:buNone/>
            </a:pPr>
            <a:r>
              <a:rPr lang="en-PH" sz="4400" dirty="0"/>
              <a:t>To solve problems by using the standard normal distribution, transform the original variable to a standard normal distribution variable by using the formula:</a:t>
            </a:r>
          </a:p>
          <a:p>
            <a:pPr marL="0" indent="0">
              <a:buNone/>
            </a:pPr>
            <a:endParaRPr lang="en-US" dirty="0"/>
          </a:p>
        </p:txBody>
      </p:sp>
      <p:pic>
        <p:nvPicPr>
          <p:cNvPr id="9" name="Content Placeholder 8">
            <a:extLst>
              <a:ext uri="{FF2B5EF4-FFF2-40B4-BE49-F238E27FC236}">
                <a16:creationId xmlns:a16="http://schemas.microsoft.com/office/drawing/2014/main" id="{653835DD-4A38-8049-960E-0511B45D17F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328858" y="4636351"/>
            <a:ext cx="9381884" cy="1571504"/>
          </a:xfrm>
        </p:spPr>
      </p:pic>
    </p:spTree>
    <p:extLst>
      <p:ext uri="{BB962C8B-B14F-4D97-AF65-F5344CB8AC3E}">
        <p14:creationId xmlns:p14="http://schemas.microsoft.com/office/powerpoint/2010/main" val="11821972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39028E2-113F-B945-B152-2F085DC269A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810000" y="2161019"/>
            <a:ext cx="8153400" cy="4335975"/>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825625"/>
            <a:ext cx="4876800" cy="3736975"/>
          </a:xfrm>
        </p:spPr>
        <p:txBody>
          <a:bodyPr>
            <a:normAutofit/>
          </a:bodyPr>
          <a:lstStyle/>
          <a:p>
            <a:pPr marL="0" indent="0">
              <a:buNone/>
            </a:pPr>
            <a:r>
              <a:rPr lang="en-PH" sz="3600" dirty="0"/>
              <a:t>For example, suppose that the scores for a standardized test are normally distributed, have a mean of 100, and have a standard deviation of 15. </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E4DDD0F-D513-D34B-996A-82AC32C93E83}"/>
                  </a:ext>
                </a:extLst>
              </p14:cNvPr>
              <p14:cNvContentPartPr/>
              <p14:nvPr/>
            </p14:nvContentPartPr>
            <p14:xfrm>
              <a:off x="7634160" y="5957280"/>
              <a:ext cx="581400" cy="415080"/>
            </p14:xfrm>
          </p:contentPart>
        </mc:Choice>
        <mc:Fallback xmlns="">
          <p:pic>
            <p:nvPicPr>
              <p:cNvPr id="2" name="Ink 1">
                <a:extLst>
                  <a:ext uri="{FF2B5EF4-FFF2-40B4-BE49-F238E27FC236}">
                    <a16:creationId xmlns:a16="http://schemas.microsoft.com/office/drawing/2014/main" id="{0E4DDD0F-D513-D34B-996A-82AC32C93E83}"/>
                  </a:ext>
                </a:extLst>
              </p:cNvPr>
              <p:cNvPicPr/>
              <p:nvPr/>
            </p:nvPicPr>
            <p:blipFill>
              <a:blip r:embed="rId4"/>
              <a:stretch>
                <a:fillRect/>
              </a:stretch>
            </p:blipFill>
            <p:spPr>
              <a:xfrm>
                <a:off x="7624800" y="5947920"/>
                <a:ext cx="600120" cy="433800"/>
              </a:xfrm>
              <a:prstGeom prst="rect">
                <a:avLst/>
              </a:prstGeom>
            </p:spPr>
          </p:pic>
        </mc:Fallback>
      </mc:AlternateContent>
    </p:spTree>
    <p:extLst>
      <p:ext uri="{BB962C8B-B14F-4D97-AF65-F5344CB8AC3E}">
        <p14:creationId xmlns:p14="http://schemas.microsoft.com/office/powerpoint/2010/main" val="39412669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39028E2-113F-B945-B152-2F085DC269A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581400" y="2156900"/>
            <a:ext cx="8153400" cy="4335975"/>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825625"/>
            <a:ext cx="5257800" cy="2746375"/>
          </a:xfrm>
        </p:spPr>
        <p:txBody>
          <a:bodyPr>
            <a:normAutofit/>
          </a:bodyPr>
          <a:lstStyle/>
          <a:p>
            <a:pPr marL="0" indent="0">
              <a:buNone/>
            </a:pPr>
            <a:r>
              <a:rPr lang="en-PH" sz="4400" dirty="0"/>
              <a:t>When the scores are transformed to z values, the two distributions coincide.</a:t>
            </a:r>
          </a:p>
        </p:txBody>
      </p:sp>
    </p:spTree>
    <p:extLst>
      <p:ext uri="{BB962C8B-B14F-4D97-AF65-F5344CB8AC3E}">
        <p14:creationId xmlns:p14="http://schemas.microsoft.com/office/powerpoint/2010/main" val="7863844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39028E2-113F-B945-B152-2F085DC269A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581400" y="2156900"/>
            <a:ext cx="8153400" cy="4335975"/>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825625"/>
            <a:ext cx="5562600" cy="2746375"/>
          </a:xfrm>
        </p:spPr>
        <p:txBody>
          <a:bodyPr>
            <a:normAutofit/>
          </a:bodyPr>
          <a:lstStyle/>
          <a:p>
            <a:pPr marL="0" indent="0">
              <a:buNone/>
            </a:pPr>
            <a:r>
              <a:rPr lang="en-PH" sz="4000" dirty="0"/>
              <a:t>Recall that the z distribution has a mean of 0 and a standard deviation of 1.</a:t>
            </a:r>
          </a:p>
        </p:txBody>
      </p:sp>
    </p:spTree>
    <p:extLst>
      <p:ext uri="{BB962C8B-B14F-4D97-AF65-F5344CB8AC3E}">
        <p14:creationId xmlns:p14="http://schemas.microsoft.com/office/powerpoint/2010/main" val="26519833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39028E2-113F-B945-B152-2F085DC269A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581400" y="2156900"/>
            <a:ext cx="8153400" cy="4335975"/>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825625"/>
            <a:ext cx="4495800" cy="4117975"/>
          </a:xfrm>
        </p:spPr>
        <p:txBody>
          <a:bodyPr>
            <a:normAutofit/>
          </a:bodyPr>
          <a:lstStyle/>
          <a:p>
            <a:pPr marL="0" indent="0">
              <a:buNone/>
            </a:pPr>
            <a:r>
              <a:rPr lang="en-PH" sz="3600" dirty="0"/>
              <a:t>To solve the application problems in this section, transform the values of the variable to z values and then find the areas under the standard normal distribution</a:t>
            </a:r>
          </a:p>
        </p:txBody>
      </p:sp>
    </p:spTree>
    <p:extLst>
      <p:ext uri="{BB962C8B-B14F-4D97-AF65-F5344CB8AC3E}">
        <p14:creationId xmlns:p14="http://schemas.microsoft.com/office/powerpoint/2010/main" val="32581230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rmAutofit/>
          </a:bodyPr>
          <a:lstStyle/>
          <a:p>
            <a:pPr marL="0" indent="0">
              <a:buNone/>
            </a:pPr>
            <a:r>
              <a:rPr lang="en-PH" dirty="0"/>
              <a:t>A survey by the National Retail Federation found that women spend on average $146.21 for the Christmas holidays. Assume the standard deviation is $29.44. Find the percentage of women who spend less than $160.00. Assume the variable is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3581400"/>
            <a:ext cx="6237514" cy="312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13" name="Content Placeholder 12">
            <a:extLst>
              <a:ext uri="{FF2B5EF4-FFF2-40B4-BE49-F238E27FC236}">
                <a16:creationId xmlns:a16="http://schemas.microsoft.com/office/drawing/2014/main" id="{E668E472-5B2F-CF46-A55F-69025BAA14BF}"/>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40384529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rmAutofit/>
          </a:bodyPr>
          <a:lstStyle/>
          <a:p>
            <a:pPr marL="0" indent="0">
              <a:buNone/>
            </a:pPr>
            <a:r>
              <a:rPr lang="en-PH" dirty="0"/>
              <a:t>A survey by the National Retail Federation found that women spend on average $146.21 for the Christmas holidays. Assume the standard deviation is $29.44. Find the percentage of women who spend less than $160.00. Assume the variable is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3581400"/>
            <a:ext cx="6237514" cy="312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Draw the figure and represent the area</a:t>
            </a:r>
          </a:p>
        </p:txBody>
      </p:sp>
    </p:spTree>
    <p:extLst>
      <p:ext uri="{BB962C8B-B14F-4D97-AF65-F5344CB8AC3E}">
        <p14:creationId xmlns:p14="http://schemas.microsoft.com/office/powerpoint/2010/main" val="1939858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295DC21-9EF7-B142-9A83-2662A8615B0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54803" y="3913868"/>
            <a:ext cx="5937197" cy="2944132"/>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rmAutofit/>
          </a:bodyPr>
          <a:lstStyle/>
          <a:p>
            <a:pPr marL="0" indent="0">
              <a:buNone/>
            </a:pPr>
            <a:r>
              <a:rPr lang="en-PH" dirty="0"/>
              <a:t>A survey by the National Retail Federation found that women spend on average $146.21 for the Christmas holidays. Assume the standard deviation is $29.44. Find the percentage of women who spend less than $160.00. Assume the variable is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3581400"/>
            <a:ext cx="6237514" cy="312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Draw the figure and represent the area</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F31A521-F943-5742-B4F3-C25B788339D5}"/>
                  </a:ext>
                </a:extLst>
              </p14:cNvPr>
              <p14:cNvContentPartPr/>
              <p14:nvPr/>
            </p14:nvContentPartPr>
            <p14:xfrm>
              <a:off x="6572880" y="4633560"/>
              <a:ext cx="3590640" cy="2224440"/>
            </p14:xfrm>
          </p:contentPart>
        </mc:Choice>
        <mc:Fallback xmlns="">
          <p:pic>
            <p:nvPicPr>
              <p:cNvPr id="2" name="Ink 1">
                <a:extLst>
                  <a:ext uri="{FF2B5EF4-FFF2-40B4-BE49-F238E27FC236}">
                    <a16:creationId xmlns:a16="http://schemas.microsoft.com/office/drawing/2014/main" id="{BF31A521-F943-5742-B4F3-C25B788339D5}"/>
                  </a:ext>
                </a:extLst>
              </p:cNvPr>
              <p:cNvPicPr/>
              <p:nvPr/>
            </p:nvPicPr>
            <p:blipFill>
              <a:blip r:embed="rId4"/>
              <a:stretch>
                <a:fillRect/>
              </a:stretch>
            </p:blipFill>
            <p:spPr>
              <a:xfrm>
                <a:off x="6563520" y="4624200"/>
                <a:ext cx="3609360" cy="2243160"/>
              </a:xfrm>
              <a:prstGeom prst="rect">
                <a:avLst/>
              </a:prstGeom>
            </p:spPr>
          </p:pic>
        </mc:Fallback>
      </mc:AlternateContent>
    </p:spTree>
    <p:extLst>
      <p:ext uri="{BB962C8B-B14F-4D97-AF65-F5344CB8AC3E}">
        <p14:creationId xmlns:p14="http://schemas.microsoft.com/office/powerpoint/2010/main" val="9987877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295DC21-9EF7-B142-9A83-2662A8615B0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54803" y="3913868"/>
            <a:ext cx="5937197" cy="2944132"/>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rmAutofit/>
          </a:bodyPr>
          <a:lstStyle/>
          <a:p>
            <a:pPr marL="0" indent="0">
              <a:buNone/>
            </a:pPr>
            <a:r>
              <a:rPr lang="en-PH" dirty="0"/>
              <a:t>A survey by the National Retail Federation found that women spend on average $146.21 for the Christmas holidays. Assume the standard deviation is $29.44. Find the percentage of women who spend less than $160.00. Assume the variable is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3581400"/>
            <a:ext cx="6237514" cy="312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Draw the figure and represent the area</a:t>
            </a:r>
          </a:p>
          <a:p>
            <a:pPr marL="0" indent="0">
              <a:buNone/>
            </a:pPr>
            <a:r>
              <a:rPr lang="en-PH" dirty="0"/>
              <a:t>Find the z value corresponding to $160.00.</a:t>
            </a:r>
          </a:p>
        </p:txBody>
      </p:sp>
    </p:spTree>
    <p:extLst>
      <p:ext uri="{BB962C8B-B14F-4D97-AF65-F5344CB8AC3E}">
        <p14:creationId xmlns:p14="http://schemas.microsoft.com/office/powerpoint/2010/main" val="2923135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295DC21-9EF7-B142-9A83-2662A8615B0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54803" y="3913868"/>
            <a:ext cx="5937197" cy="2944132"/>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rmAutofit/>
          </a:bodyPr>
          <a:lstStyle/>
          <a:p>
            <a:pPr marL="0" indent="0">
              <a:buNone/>
            </a:pPr>
            <a:r>
              <a:rPr lang="en-PH" dirty="0"/>
              <a:t>A survey by the National Retail Federation found that women spend on average $146.21 for the Christmas holidays. Assume the standard deviation is $29.44. Find the percentage of women who spend less than $160.00. Assume the variable is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3581400"/>
            <a:ext cx="6237514" cy="312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Draw the figure and represent the area</a:t>
            </a:r>
          </a:p>
          <a:p>
            <a:pPr marL="0" indent="0">
              <a:buNone/>
            </a:pPr>
            <a:r>
              <a:rPr lang="en-PH" dirty="0"/>
              <a:t>Find the z value corresponding to $160.00.</a:t>
            </a:r>
          </a:p>
        </p:txBody>
      </p:sp>
      <p:pic>
        <p:nvPicPr>
          <p:cNvPr id="11" name="Picture 10">
            <a:extLst>
              <a:ext uri="{FF2B5EF4-FFF2-40B4-BE49-F238E27FC236}">
                <a16:creationId xmlns:a16="http://schemas.microsoft.com/office/drawing/2014/main" id="{330B76E6-6A19-764C-A98A-00E756D6B3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086" y="4998795"/>
            <a:ext cx="5937197" cy="1001969"/>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4E16730-7E89-D748-A306-44B192ECF643}"/>
                  </a:ext>
                </a:extLst>
              </p14:cNvPr>
              <p14:cNvContentPartPr/>
              <p14:nvPr/>
            </p14:nvContentPartPr>
            <p14:xfrm>
              <a:off x="848880" y="4938840"/>
              <a:ext cx="1737360" cy="1038240"/>
            </p14:xfrm>
          </p:contentPart>
        </mc:Choice>
        <mc:Fallback xmlns="">
          <p:pic>
            <p:nvPicPr>
              <p:cNvPr id="2" name="Ink 1">
                <a:extLst>
                  <a:ext uri="{FF2B5EF4-FFF2-40B4-BE49-F238E27FC236}">
                    <a16:creationId xmlns:a16="http://schemas.microsoft.com/office/drawing/2014/main" id="{24E16730-7E89-D748-A306-44B192ECF643}"/>
                  </a:ext>
                </a:extLst>
              </p:cNvPr>
              <p:cNvPicPr/>
              <p:nvPr/>
            </p:nvPicPr>
            <p:blipFill>
              <a:blip r:embed="rId5"/>
              <a:stretch>
                <a:fillRect/>
              </a:stretch>
            </p:blipFill>
            <p:spPr>
              <a:xfrm>
                <a:off x="839520" y="4929480"/>
                <a:ext cx="1756080" cy="1056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5CB4333A-5ABC-654C-A769-59E4E4F1EFCE}"/>
                  </a:ext>
                </a:extLst>
              </p14:cNvPr>
              <p14:cNvContentPartPr/>
              <p14:nvPr/>
            </p14:nvContentPartPr>
            <p14:xfrm>
              <a:off x="9596520" y="6380640"/>
              <a:ext cx="737640" cy="380520"/>
            </p14:xfrm>
          </p:contentPart>
        </mc:Choice>
        <mc:Fallback xmlns="">
          <p:pic>
            <p:nvPicPr>
              <p:cNvPr id="3" name="Ink 2">
                <a:extLst>
                  <a:ext uri="{FF2B5EF4-FFF2-40B4-BE49-F238E27FC236}">
                    <a16:creationId xmlns:a16="http://schemas.microsoft.com/office/drawing/2014/main" id="{5CB4333A-5ABC-654C-A769-59E4E4F1EFCE}"/>
                  </a:ext>
                </a:extLst>
              </p:cNvPr>
              <p:cNvPicPr/>
              <p:nvPr/>
            </p:nvPicPr>
            <p:blipFill>
              <a:blip r:embed="rId7"/>
              <a:stretch>
                <a:fillRect/>
              </a:stretch>
            </p:blipFill>
            <p:spPr>
              <a:xfrm>
                <a:off x="9587160" y="6371280"/>
                <a:ext cx="756360" cy="399240"/>
              </a:xfrm>
              <a:prstGeom prst="rect">
                <a:avLst/>
              </a:prstGeom>
            </p:spPr>
          </p:pic>
        </mc:Fallback>
      </mc:AlternateContent>
    </p:spTree>
    <p:extLst>
      <p:ext uri="{BB962C8B-B14F-4D97-AF65-F5344CB8AC3E}">
        <p14:creationId xmlns:p14="http://schemas.microsoft.com/office/powerpoint/2010/main" val="11317512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rmAutofit/>
          </a:bodyPr>
          <a:lstStyle/>
          <a:p>
            <a:pPr marL="0" indent="0">
              <a:buNone/>
            </a:pPr>
            <a:r>
              <a:rPr lang="en-PH" dirty="0"/>
              <a:t>A survey by the National Retail Federation found that women spend on average $146.21 for the Christmas holidays. Assume the standard deviation is $29.44. Find the percentage of women who spend less than $160.00. Assume the variable is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3581400"/>
            <a:ext cx="6237514" cy="312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Find the z value corresponding to $160.00.</a:t>
            </a:r>
          </a:p>
          <a:p>
            <a:pPr marL="0" indent="0">
              <a:buNone/>
            </a:pPr>
            <a:endParaRPr lang="en-PH" dirty="0"/>
          </a:p>
          <a:p>
            <a:pPr marL="0" indent="0">
              <a:buNone/>
            </a:pPr>
            <a:endParaRPr lang="en-PH" dirty="0"/>
          </a:p>
          <a:p>
            <a:pPr marL="0" indent="0">
              <a:buNone/>
            </a:pPr>
            <a:r>
              <a:rPr lang="en-PH" dirty="0"/>
              <a:t>Hence $160.00 is 0.47 of a standard deviation above the mean of $146.21</a:t>
            </a:r>
          </a:p>
        </p:txBody>
      </p:sp>
      <p:pic>
        <p:nvPicPr>
          <p:cNvPr id="7" name="Content Placeholder 6">
            <a:extLst>
              <a:ext uri="{FF2B5EF4-FFF2-40B4-BE49-F238E27FC236}">
                <a16:creationId xmlns:a16="http://schemas.microsoft.com/office/drawing/2014/main" id="{F80D47A3-E16B-7C45-B0E3-025E0D56496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00800" y="4023799"/>
            <a:ext cx="5588855" cy="2670916"/>
          </a:xfrm>
        </p:spPr>
      </p:pic>
      <p:pic>
        <p:nvPicPr>
          <p:cNvPr id="11" name="Picture 10">
            <a:extLst>
              <a:ext uri="{FF2B5EF4-FFF2-40B4-BE49-F238E27FC236}">
                <a16:creationId xmlns:a16="http://schemas.microsoft.com/office/drawing/2014/main" id="{330B76E6-6A19-764C-A98A-00E756D6B3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972" y="4351308"/>
            <a:ext cx="5937197" cy="1001969"/>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B674F4B-2323-6047-A0D1-81625610C208}"/>
                  </a:ext>
                </a:extLst>
              </p14:cNvPr>
              <p14:cNvContentPartPr/>
              <p14:nvPr/>
            </p14:nvContentPartPr>
            <p14:xfrm>
              <a:off x="9504360" y="6336720"/>
              <a:ext cx="633240" cy="421200"/>
            </p14:xfrm>
          </p:contentPart>
        </mc:Choice>
        <mc:Fallback xmlns="">
          <p:pic>
            <p:nvPicPr>
              <p:cNvPr id="2" name="Ink 1">
                <a:extLst>
                  <a:ext uri="{FF2B5EF4-FFF2-40B4-BE49-F238E27FC236}">
                    <a16:creationId xmlns:a16="http://schemas.microsoft.com/office/drawing/2014/main" id="{7B674F4B-2323-6047-A0D1-81625610C208}"/>
                  </a:ext>
                </a:extLst>
              </p:cNvPr>
              <p:cNvPicPr/>
              <p:nvPr/>
            </p:nvPicPr>
            <p:blipFill>
              <a:blip r:embed="rId5"/>
              <a:stretch>
                <a:fillRect/>
              </a:stretch>
            </p:blipFill>
            <p:spPr>
              <a:xfrm>
                <a:off x="9495000" y="6327360"/>
                <a:ext cx="651960" cy="439920"/>
              </a:xfrm>
              <a:prstGeom prst="rect">
                <a:avLst/>
              </a:prstGeom>
            </p:spPr>
          </p:pic>
        </mc:Fallback>
      </mc:AlternateContent>
    </p:spTree>
    <p:extLst>
      <p:ext uri="{BB962C8B-B14F-4D97-AF65-F5344CB8AC3E}">
        <p14:creationId xmlns:p14="http://schemas.microsoft.com/office/powerpoint/2010/main" val="25606609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rmAutofit/>
          </a:bodyPr>
          <a:lstStyle/>
          <a:p>
            <a:pPr marL="0" indent="0">
              <a:buNone/>
            </a:pPr>
            <a:r>
              <a:rPr lang="en-PH" dirty="0"/>
              <a:t>A survey by the National Retail Federation found that women spend on average $146.21 for the Christmas holidays. Assume the standard deviation is $29.44. Find the percentage of women who spend less than $160.00. Assume the variable is normally distributed.</a:t>
            </a:r>
          </a:p>
        </p:txBody>
      </p:sp>
      <p:pic>
        <p:nvPicPr>
          <p:cNvPr id="7" name="Content Placeholder 6">
            <a:extLst>
              <a:ext uri="{FF2B5EF4-FFF2-40B4-BE49-F238E27FC236}">
                <a16:creationId xmlns:a16="http://schemas.microsoft.com/office/drawing/2014/main" id="{F80D47A3-E16B-7C45-B0E3-025E0D56496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00800" y="4023799"/>
            <a:ext cx="5588855" cy="2670916"/>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3581400"/>
            <a:ext cx="6237514" cy="312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Find the area, using Table E. The area under the curve to the left of z = 0.47 is 0.6808.</a:t>
            </a:r>
          </a:p>
        </p:txBody>
      </p:sp>
    </p:spTree>
    <p:extLst>
      <p:ext uri="{BB962C8B-B14F-4D97-AF65-F5344CB8AC3E}">
        <p14:creationId xmlns:p14="http://schemas.microsoft.com/office/powerpoint/2010/main" val="21613133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rmAutofit/>
          </a:bodyPr>
          <a:lstStyle/>
          <a:p>
            <a:pPr marL="0" indent="0">
              <a:buNone/>
            </a:pPr>
            <a:r>
              <a:rPr lang="en-PH" dirty="0"/>
              <a:t>A survey by the National Retail Federation found that women spend on average $146.21 for the Christmas holidays. Assume the standard deviation is $29.44. Find the percentage of women who spend less than $160.00. Assume the variable is normally distributed.</a:t>
            </a:r>
          </a:p>
        </p:txBody>
      </p:sp>
      <p:pic>
        <p:nvPicPr>
          <p:cNvPr id="7" name="Content Placeholder 6">
            <a:extLst>
              <a:ext uri="{FF2B5EF4-FFF2-40B4-BE49-F238E27FC236}">
                <a16:creationId xmlns:a16="http://schemas.microsoft.com/office/drawing/2014/main" id="{F80D47A3-E16B-7C45-B0E3-025E0D56496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00800" y="4023799"/>
            <a:ext cx="5588855" cy="2670916"/>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3581400"/>
            <a:ext cx="6237514" cy="312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Find the area, using Table E. The area under the curve to the left of z = 0.47 is 0.6808.</a:t>
            </a:r>
          </a:p>
          <a:p>
            <a:pPr marL="0" indent="0">
              <a:buNone/>
            </a:pPr>
            <a:r>
              <a:rPr lang="en-PH" dirty="0"/>
              <a:t>Therefore 0.6808, or 68.08%, of the women spend less than $160.00 at Christmas time.</a:t>
            </a:r>
          </a:p>
        </p:txBody>
      </p:sp>
    </p:spTree>
    <p:extLst>
      <p:ext uri="{BB962C8B-B14F-4D97-AF65-F5344CB8AC3E}">
        <p14:creationId xmlns:p14="http://schemas.microsoft.com/office/powerpoint/2010/main" val="37186663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0A7C5BB-0BFC-7648-8943-81928C7B04B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3095656"/>
            <a:ext cx="7162800" cy="3476796"/>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Between 27 and 31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954107"/>
          </a:xfrm>
          <a:prstGeom prst="rect">
            <a:avLst/>
          </a:prstGeom>
          <a:noFill/>
        </p:spPr>
        <p:txBody>
          <a:bodyPr wrap="square" rtlCol="0">
            <a:spAutoFit/>
          </a:bodyPr>
          <a:lstStyle/>
          <a:p>
            <a:r>
              <a:rPr lang="en-PH" sz="2800" dirty="0"/>
              <a:t>Draw the figure and represent the area.</a:t>
            </a:r>
          </a:p>
          <a:p>
            <a:endParaRPr lang="en-US" sz="2800" dirty="0"/>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201144F-FB77-CB45-A56F-BC58E9215FD8}"/>
                  </a:ext>
                </a:extLst>
              </p14:cNvPr>
              <p14:cNvContentPartPr/>
              <p14:nvPr/>
            </p14:nvContentPartPr>
            <p14:xfrm>
              <a:off x="9594000" y="1649160"/>
              <a:ext cx="690480" cy="1301040"/>
            </p14:xfrm>
          </p:contentPart>
        </mc:Choice>
        <mc:Fallback xmlns="">
          <p:pic>
            <p:nvPicPr>
              <p:cNvPr id="3" name="Ink 2">
                <a:extLst>
                  <a:ext uri="{FF2B5EF4-FFF2-40B4-BE49-F238E27FC236}">
                    <a16:creationId xmlns:a16="http://schemas.microsoft.com/office/drawing/2014/main" id="{7201144F-FB77-CB45-A56F-BC58E9215FD8}"/>
                  </a:ext>
                </a:extLst>
              </p:cNvPr>
              <p:cNvPicPr/>
              <p:nvPr/>
            </p:nvPicPr>
            <p:blipFill>
              <a:blip r:embed="rId4"/>
              <a:stretch>
                <a:fillRect/>
              </a:stretch>
            </p:blipFill>
            <p:spPr>
              <a:xfrm>
                <a:off x="9584640" y="1639800"/>
                <a:ext cx="709200" cy="1319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FB0D8D3-A276-6847-93A3-7FEBDB2E183B}"/>
                  </a:ext>
                </a:extLst>
              </p14:cNvPr>
              <p14:cNvContentPartPr/>
              <p14:nvPr/>
            </p14:nvContentPartPr>
            <p14:xfrm>
              <a:off x="8112600" y="6188040"/>
              <a:ext cx="266760" cy="284760"/>
            </p14:xfrm>
          </p:contentPart>
        </mc:Choice>
        <mc:Fallback xmlns="">
          <p:pic>
            <p:nvPicPr>
              <p:cNvPr id="5" name="Ink 4">
                <a:extLst>
                  <a:ext uri="{FF2B5EF4-FFF2-40B4-BE49-F238E27FC236}">
                    <a16:creationId xmlns:a16="http://schemas.microsoft.com/office/drawing/2014/main" id="{FFB0D8D3-A276-6847-93A3-7FEBDB2E183B}"/>
                  </a:ext>
                </a:extLst>
              </p:cNvPr>
              <p:cNvPicPr/>
              <p:nvPr/>
            </p:nvPicPr>
            <p:blipFill>
              <a:blip r:embed="rId6"/>
              <a:stretch>
                <a:fillRect/>
              </a:stretch>
            </p:blipFill>
            <p:spPr>
              <a:xfrm>
                <a:off x="8103240" y="6178680"/>
                <a:ext cx="285480" cy="303480"/>
              </a:xfrm>
              <a:prstGeom prst="rect">
                <a:avLst/>
              </a:prstGeom>
            </p:spPr>
          </p:pic>
        </mc:Fallback>
      </mc:AlternateContent>
    </p:spTree>
    <p:extLst>
      <p:ext uri="{BB962C8B-B14F-4D97-AF65-F5344CB8AC3E}">
        <p14:creationId xmlns:p14="http://schemas.microsoft.com/office/powerpoint/2010/main" val="21130575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0A7C5BB-0BFC-7648-8943-81928C7B04B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3095656"/>
            <a:ext cx="7162800" cy="3476796"/>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Between 27 and 31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523220"/>
          </a:xfrm>
          <a:prstGeom prst="rect">
            <a:avLst/>
          </a:prstGeom>
          <a:noFill/>
        </p:spPr>
        <p:txBody>
          <a:bodyPr wrap="square" rtlCol="0">
            <a:spAutoFit/>
          </a:bodyPr>
          <a:lstStyle/>
          <a:p>
            <a:r>
              <a:rPr lang="en-PH" sz="2800" dirty="0"/>
              <a:t>Find the two z values.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B8E132A-9669-E14C-B78F-F8DA4211F6D7}"/>
                  </a:ext>
                </a:extLst>
              </p14:cNvPr>
              <p14:cNvContentPartPr/>
              <p14:nvPr/>
            </p14:nvContentPartPr>
            <p14:xfrm>
              <a:off x="7381080" y="6099840"/>
              <a:ext cx="2501640" cy="438120"/>
            </p14:xfrm>
          </p:contentPart>
        </mc:Choice>
        <mc:Fallback xmlns="">
          <p:pic>
            <p:nvPicPr>
              <p:cNvPr id="3" name="Ink 2">
                <a:extLst>
                  <a:ext uri="{FF2B5EF4-FFF2-40B4-BE49-F238E27FC236}">
                    <a16:creationId xmlns:a16="http://schemas.microsoft.com/office/drawing/2014/main" id="{6B8E132A-9669-E14C-B78F-F8DA4211F6D7}"/>
                  </a:ext>
                </a:extLst>
              </p:cNvPr>
              <p:cNvPicPr/>
              <p:nvPr/>
            </p:nvPicPr>
            <p:blipFill>
              <a:blip r:embed="rId4"/>
              <a:stretch>
                <a:fillRect/>
              </a:stretch>
            </p:blipFill>
            <p:spPr>
              <a:xfrm>
                <a:off x="7371720" y="6090480"/>
                <a:ext cx="2520360" cy="456840"/>
              </a:xfrm>
              <a:prstGeom prst="rect">
                <a:avLst/>
              </a:prstGeom>
            </p:spPr>
          </p:pic>
        </mc:Fallback>
      </mc:AlternateContent>
    </p:spTree>
    <p:extLst>
      <p:ext uri="{BB962C8B-B14F-4D97-AF65-F5344CB8AC3E}">
        <p14:creationId xmlns:p14="http://schemas.microsoft.com/office/powerpoint/2010/main" val="29954551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0A7C5BB-0BFC-7648-8943-81928C7B04B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3095656"/>
            <a:ext cx="7162800" cy="3476796"/>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Between 27 and 31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523220"/>
          </a:xfrm>
          <a:prstGeom prst="rect">
            <a:avLst/>
          </a:prstGeom>
          <a:noFill/>
        </p:spPr>
        <p:txBody>
          <a:bodyPr wrap="square" rtlCol="0">
            <a:spAutoFit/>
          </a:bodyPr>
          <a:lstStyle/>
          <a:p>
            <a:r>
              <a:rPr lang="en-PH" sz="2800" dirty="0"/>
              <a:t>Find the two z values.</a:t>
            </a:r>
          </a:p>
        </p:txBody>
      </p:sp>
      <p:pic>
        <p:nvPicPr>
          <p:cNvPr id="5" name="Picture 4">
            <a:extLst>
              <a:ext uri="{FF2B5EF4-FFF2-40B4-BE49-F238E27FC236}">
                <a16:creationId xmlns:a16="http://schemas.microsoft.com/office/drawing/2014/main" id="{7835BDC2-B846-4A42-8B31-55D03FB904A8}"/>
              </a:ext>
            </a:extLst>
          </p:cNvPr>
          <p:cNvPicPr>
            <a:picLocks noChangeAspect="1"/>
          </p:cNvPicPr>
          <p:nvPr/>
        </p:nvPicPr>
        <p:blipFill rotWithShape="1">
          <a:blip r:embed="rId3">
            <a:extLst>
              <a:ext uri="{28A0092B-C50C-407E-A947-70E740481C1C}">
                <a14:useLocalDpi xmlns:a14="http://schemas.microsoft.com/office/drawing/2010/main" val="0"/>
              </a:ext>
            </a:extLst>
          </a:blip>
          <a:srcRect b="47400"/>
          <a:stretch/>
        </p:blipFill>
        <p:spPr>
          <a:xfrm>
            <a:off x="838200" y="4341910"/>
            <a:ext cx="6096000" cy="1062692"/>
          </a:xfrm>
          <a:prstGeom prst="rect">
            <a:avLst/>
          </a:prstGeom>
        </p:spPr>
      </p:pic>
    </p:spTree>
    <p:extLst>
      <p:ext uri="{BB962C8B-B14F-4D97-AF65-F5344CB8AC3E}">
        <p14:creationId xmlns:p14="http://schemas.microsoft.com/office/powerpoint/2010/main" val="1289588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0A7C5BB-0BFC-7648-8943-81928C7B04B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3095656"/>
            <a:ext cx="7162800" cy="3476796"/>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Between 27 and 31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523220"/>
          </a:xfrm>
          <a:prstGeom prst="rect">
            <a:avLst/>
          </a:prstGeom>
          <a:noFill/>
        </p:spPr>
        <p:txBody>
          <a:bodyPr wrap="square" rtlCol="0">
            <a:spAutoFit/>
          </a:bodyPr>
          <a:lstStyle/>
          <a:p>
            <a:r>
              <a:rPr lang="en-PH" sz="2800" dirty="0"/>
              <a:t>Find the two z values.</a:t>
            </a:r>
          </a:p>
        </p:txBody>
      </p:sp>
      <p:pic>
        <p:nvPicPr>
          <p:cNvPr id="5" name="Picture 4">
            <a:extLst>
              <a:ext uri="{FF2B5EF4-FFF2-40B4-BE49-F238E27FC236}">
                <a16:creationId xmlns:a16="http://schemas.microsoft.com/office/drawing/2014/main" id="{7835BDC2-B846-4A42-8B31-55D03FB904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341910"/>
            <a:ext cx="6096000" cy="2020322"/>
          </a:xfrm>
          <a:prstGeom prst="rect">
            <a:avLst/>
          </a:prstGeom>
        </p:spPr>
      </p:pic>
    </p:spTree>
    <p:extLst>
      <p:ext uri="{BB962C8B-B14F-4D97-AF65-F5344CB8AC3E}">
        <p14:creationId xmlns:p14="http://schemas.microsoft.com/office/powerpoint/2010/main" val="15643844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11" name="Content Placeholder 10">
            <a:extLst>
              <a:ext uri="{FF2B5EF4-FFF2-40B4-BE49-F238E27FC236}">
                <a16:creationId xmlns:a16="http://schemas.microsoft.com/office/drawing/2014/main" id="{C36352FD-7E2A-A943-85BD-9835EA5F569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81600" y="3133410"/>
            <a:ext cx="6705600" cy="3465815"/>
          </a:xfr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Between 27 and 31 pounds per month</a:t>
            </a:r>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523220"/>
          </a:xfrm>
          <a:prstGeom prst="rect">
            <a:avLst/>
          </a:prstGeom>
          <a:noFill/>
        </p:spPr>
        <p:txBody>
          <a:bodyPr wrap="square" rtlCol="0">
            <a:spAutoFit/>
          </a:bodyPr>
          <a:lstStyle/>
          <a:p>
            <a:r>
              <a:rPr lang="en-PH" sz="2800" dirty="0"/>
              <a:t>Find the appropriate area. </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5D3A70CB-1FC6-E54F-AD52-995F1CAA8E68}"/>
                  </a:ext>
                </a:extLst>
              </p14:cNvPr>
              <p14:cNvContentPartPr/>
              <p14:nvPr/>
            </p14:nvContentPartPr>
            <p14:xfrm>
              <a:off x="8067240" y="6240240"/>
              <a:ext cx="1912680" cy="183240"/>
            </p14:xfrm>
          </p:contentPart>
        </mc:Choice>
        <mc:Fallback xmlns="">
          <p:pic>
            <p:nvPicPr>
              <p:cNvPr id="3" name="Ink 2">
                <a:extLst>
                  <a:ext uri="{FF2B5EF4-FFF2-40B4-BE49-F238E27FC236}">
                    <a16:creationId xmlns:a16="http://schemas.microsoft.com/office/drawing/2014/main" id="{5D3A70CB-1FC6-E54F-AD52-995F1CAA8E68}"/>
                  </a:ext>
                </a:extLst>
              </p:cNvPr>
              <p:cNvPicPr/>
              <p:nvPr/>
            </p:nvPicPr>
            <p:blipFill>
              <a:blip r:embed="rId4"/>
              <a:stretch>
                <a:fillRect/>
              </a:stretch>
            </p:blipFill>
            <p:spPr>
              <a:xfrm>
                <a:off x="8057880" y="6230880"/>
                <a:ext cx="1931400" cy="201960"/>
              </a:xfrm>
              <a:prstGeom prst="rect">
                <a:avLst/>
              </a:prstGeom>
            </p:spPr>
          </p:pic>
        </mc:Fallback>
      </mc:AlternateContent>
    </p:spTree>
    <p:extLst>
      <p:ext uri="{BB962C8B-B14F-4D97-AF65-F5344CB8AC3E}">
        <p14:creationId xmlns:p14="http://schemas.microsoft.com/office/powerpoint/2010/main" val="27728492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11" name="Content Placeholder 10">
            <a:extLst>
              <a:ext uri="{FF2B5EF4-FFF2-40B4-BE49-F238E27FC236}">
                <a16:creationId xmlns:a16="http://schemas.microsoft.com/office/drawing/2014/main" id="{C36352FD-7E2A-A943-85BD-9835EA5F569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81600" y="3133410"/>
            <a:ext cx="6705600" cy="3465815"/>
          </a:xfr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Between 27 and 31 pounds per month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1384995"/>
              </a:xfrm>
              <a:prstGeom prst="rect">
                <a:avLst/>
              </a:prstGeom>
              <a:noFill/>
            </p:spPr>
            <p:txBody>
              <a:bodyPr wrap="square" rtlCol="0">
                <a:spAutoFit/>
              </a:bodyPr>
              <a:lstStyle/>
              <a:p>
                <a:r>
                  <a:rPr lang="en-PH" sz="2800" dirty="0"/>
                  <a:t>Find the appropriate area. </a:t>
                </a:r>
              </a:p>
              <a:p>
                <a:r>
                  <a:rPr lang="en-PH" sz="2800" dirty="0"/>
                  <a:t>The area to the left of </a:t>
                </a:r>
                <a14:m>
                  <m:oMath xmlns:m="http://schemas.openxmlformats.org/officeDocument/2006/math">
                    <m:sSub>
                      <m:sSubPr>
                        <m:ctrlPr>
                          <a:rPr lang="en-US" sz="2800" b="0" i="1" dirty="0" smtClean="0">
                            <a:latin typeface="Cambria Math" panose="02040503050406030204" pitchFamily="18" charset="0"/>
                          </a:rPr>
                        </m:ctrlPr>
                      </m:sSubPr>
                      <m:e>
                        <m:r>
                          <a:rPr lang="en-PH" sz="2800" i="1" dirty="0" smtClean="0">
                            <a:latin typeface="Cambria Math" panose="02040503050406030204" pitchFamily="18" charset="0"/>
                          </a:rPr>
                          <m:t>𝑧</m:t>
                        </m:r>
                      </m:e>
                      <m:sub>
                        <m:r>
                          <a:rPr lang="en-PH" sz="2800" i="1" dirty="0" smtClean="0">
                            <a:latin typeface="Cambria Math" panose="02040503050406030204" pitchFamily="18" charset="0"/>
                          </a:rPr>
                          <m:t>2</m:t>
                        </m:r>
                      </m:sub>
                    </m:sSub>
                  </m:oMath>
                </a14:m>
                <a:r>
                  <a:rPr lang="en-PH" sz="2800" dirty="0"/>
                  <a:t> is 0.9332,</a:t>
                </a:r>
              </a:p>
              <a:p>
                <a:r>
                  <a:rPr lang="en-PH" sz="2800" dirty="0"/>
                  <a:t>The area to the left of </a:t>
                </a:r>
                <a14:m>
                  <m:oMath xmlns:m="http://schemas.openxmlformats.org/officeDocument/2006/math">
                    <m:sSub>
                      <m:sSubPr>
                        <m:ctrlPr>
                          <a:rPr lang="en-US" sz="2800" b="0" i="1" dirty="0" smtClean="0">
                            <a:latin typeface="Cambria Math" panose="02040503050406030204" pitchFamily="18" charset="0"/>
                          </a:rPr>
                        </m:ctrlPr>
                      </m:sSubPr>
                      <m:e>
                        <m:r>
                          <a:rPr lang="en-PH" sz="2800" i="1" dirty="0" smtClean="0">
                            <a:latin typeface="Cambria Math" panose="02040503050406030204" pitchFamily="18" charset="0"/>
                          </a:rPr>
                          <m:t>𝑧</m:t>
                        </m:r>
                      </m:e>
                      <m:sub>
                        <m:r>
                          <a:rPr lang="en-PH" sz="2800" i="1" dirty="0" smtClean="0">
                            <a:latin typeface="Cambria Math" panose="02040503050406030204" pitchFamily="18" charset="0"/>
                          </a:rPr>
                          <m:t>1</m:t>
                        </m:r>
                      </m:sub>
                    </m:sSub>
                  </m:oMath>
                </a14:m>
                <a:r>
                  <a:rPr lang="en-PH" sz="2800" dirty="0"/>
                  <a:t> is 0.3085. </a:t>
                </a:r>
              </a:p>
            </p:txBody>
          </p:sp>
        </mc:Choice>
        <mc:Fallback xmlns="">
          <p:sp>
            <p:nvSpPr>
              <p:cNvPr id="2" name="TextBox 1">
                <a:extLst>
                  <a:ext uri="{FF2B5EF4-FFF2-40B4-BE49-F238E27FC236}">
                    <a16:creationId xmlns:a16="http://schemas.microsoft.com/office/drawing/2014/main" id="{B58D4C00-D7A3-7C45-AB7B-670F4FEB44D3}"/>
                  </a:ext>
                </a:extLst>
              </p:cNvPr>
              <p:cNvSpPr txBox="1">
                <a:spLocks noRot="1" noChangeAspect="1" noMove="1" noResize="1" noEditPoints="1" noAdjustHandles="1" noChangeArrowheads="1" noChangeShapeType="1" noTextEdit="1"/>
              </p:cNvSpPr>
              <p:nvPr/>
            </p:nvSpPr>
            <p:spPr>
              <a:xfrm>
                <a:off x="827314" y="3818690"/>
                <a:ext cx="6008914" cy="1384995"/>
              </a:xfrm>
              <a:prstGeom prst="rect">
                <a:avLst/>
              </a:prstGeom>
              <a:blipFill>
                <a:blip r:embed="rId3"/>
                <a:stretch>
                  <a:fillRect l="-2110" t="-4545" b="-10909"/>
                </a:stretch>
              </a:blipFill>
            </p:spPr>
            <p:txBody>
              <a:bodyPr/>
              <a:lstStyle/>
              <a:p>
                <a:r>
                  <a:rPr lang="en-US">
                    <a:noFill/>
                  </a:rPr>
                  <a:t> </a:t>
                </a:r>
              </a:p>
            </p:txBody>
          </p:sp>
        </mc:Fallback>
      </mc:AlternateContent>
    </p:spTree>
    <p:extLst>
      <p:ext uri="{BB962C8B-B14F-4D97-AF65-F5344CB8AC3E}">
        <p14:creationId xmlns:p14="http://schemas.microsoft.com/office/powerpoint/2010/main" val="16482162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11" name="Content Placeholder 10">
            <a:extLst>
              <a:ext uri="{FF2B5EF4-FFF2-40B4-BE49-F238E27FC236}">
                <a16:creationId xmlns:a16="http://schemas.microsoft.com/office/drawing/2014/main" id="{C36352FD-7E2A-A943-85BD-9835EA5F569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81600" y="3133410"/>
            <a:ext cx="6705600" cy="3465815"/>
          </a:xfr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Between 27 and 31 pounds per month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2246769"/>
              </a:xfrm>
              <a:prstGeom prst="rect">
                <a:avLst/>
              </a:prstGeom>
              <a:noFill/>
            </p:spPr>
            <p:txBody>
              <a:bodyPr wrap="square" rtlCol="0">
                <a:spAutoFit/>
              </a:bodyPr>
              <a:lstStyle/>
              <a:p>
                <a:r>
                  <a:rPr lang="en-PH" sz="2800" dirty="0"/>
                  <a:t>Find the appropriate area. </a:t>
                </a:r>
              </a:p>
              <a:p>
                <a:r>
                  <a:rPr lang="en-PH" sz="2800" dirty="0"/>
                  <a:t>The area to the left of </a:t>
                </a:r>
                <a14:m>
                  <m:oMath xmlns:m="http://schemas.openxmlformats.org/officeDocument/2006/math">
                    <m:sSub>
                      <m:sSubPr>
                        <m:ctrlPr>
                          <a:rPr lang="en-US" sz="2800" b="0" i="1" dirty="0" smtClean="0">
                            <a:latin typeface="Cambria Math" panose="02040503050406030204" pitchFamily="18" charset="0"/>
                          </a:rPr>
                        </m:ctrlPr>
                      </m:sSubPr>
                      <m:e>
                        <m:r>
                          <a:rPr lang="en-PH" sz="2800" i="1" dirty="0" smtClean="0">
                            <a:latin typeface="Cambria Math" panose="02040503050406030204" pitchFamily="18" charset="0"/>
                          </a:rPr>
                          <m:t>𝑧</m:t>
                        </m:r>
                      </m:e>
                      <m:sub>
                        <m:r>
                          <a:rPr lang="en-PH" sz="2800" i="1" dirty="0" smtClean="0">
                            <a:latin typeface="Cambria Math" panose="02040503050406030204" pitchFamily="18" charset="0"/>
                          </a:rPr>
                          <m:t>2</m:t>
                        </m:r>
                      </m:sub>
                    </m:sSub>
                  </m:oMath>
                </a14:m>
                <a:r>
                  <a:rPr lang="en-PH" sz="2800" dirty="0"/>
                  <a:t> is 0.9332,</a:t>
                </a:r>
              </a:p>
              <a:p>
                <a:r>
                  <a:rPr lang="en-PH" sz="2800" dirty="0"/>
                  <a:t>The area to the left of </a:t>
                </a:r>
                <a14:m>
                  <m:oMath xmlns:m="http://schemas.openxmlformats.org/officeDocument/2006/math">
                    <m:sSub>
                      <m:sSubPr>
                        <m:ctrlPr>
                          <a:rPr lang="en-US" sz="2800" b="0" i="1" dirty="0" smtClean="0">
                            <a:latin typeface="Cambria Math" panose="02040503050406030204" pitchFamily="18" charset="0"/>
                          </a:rPr>
                        </m:ctrlPr>
                      </m:sSubPr>
                      <m:e>
                        <m:r>
                          <a:rPr lang="en-PH" sz="2800" i="1" dirty="0" smtClean="0">
                            <a:latin typeface="Cambria Math" panose="02040503050406030204" pitchFamily="18" charset="0"/>
                          </a:rPr>
                          <m:t>𝑧</m:t>
                        </m:r>
                      </m:e>
                      <m:sub>
                        <m:r>
                          <a:rPr lang="en-PH" sz="2800" i="1" dirty="0" smtClean="0">
                            <a:latin typeface="Cambria Math" panose="02040503050406030204" pitchFamily="18" charset="0"/>
                          </a:rPr>
                          <m:t>1</m:t>
                        </m:r>
                      </m:sub>
                    </m:sSub>
                  </m:oMath>
                </a14:m>
                <a:r>
                  <a:rPr lang="en-PH" sz="2800" dirty="0"/>
                  <a:t> is 0.3085. </a:t>
                </a:r>
              </a:p>
              <a:p>
                <a:r>
                  <a:rPr lang="en-PH" sz="2800" dirty="0"/>
                  <a:t>The area between z1 and z2 is</a:t>
                </a:r>
              </a:p>
              <a:p>
                <a:pPr/>
                <a14:m>
                  <m:oMathPara xmlns:m="http://schemas.openxmlformats.org/officeDocument/2006/math">
                    <m:oMathParaPr>
                      <m:jc m:val="left"/>
                    </m:oMathParaPr>
                    <m:oMath xmlns:m="http://schemas.openxmlformats.org/officeDocument/2006/math">
                      <m:r>
                        <a:rPr lang="en-PH" sz="2800" i="1" dirty="0" smtClean="0">
                          <a:latin typeface="Cambria Math" panose="02040503050406030204" pitchFamily="18" charset="0"/>
                        </a:rPr>
                        <m:t>0.9332</m:t>
                      </m:r>
                      <m:r>
                        <a:rPr lang="en-US" sz="2800" b="0" i="1" dirty="0" smtClean="0">
                          <a:latin typeface="Cambria Math" panose="02040503050406030204" pitchFamily="18" charset="0"/>
                        </a:rPr>
                        <m:t>−</m:t>
                      </m:r>
                      <m:r>
                        <a:rPr lang="en-PH" sz="2800" i="1" dirty="0" smtClean="0">
                          <a:latin typeface="Cambria Math" panose="02040503050406030204" pitchFamily="18" charset="0"/>
                        </a:rPr>
                        <m:t>0.3085</m:t>
                      </m:r>
                      <m:r>
                        <a:rPr lang="en-US" sz="2800" b="0" i="1" dirty="0" smtClean="0">
                          <a:latin typeface="Cambria Math" panose="02040503050406030204" pitchFamily="18" charset="0"/>
                        </a:rPr>
                        <m:t>=</m:t>
                      </m:r>
                      <m:r>
                        <a:rPr lang="en-PH" sz="2800" i="1" dirty="0" smtClean="0">
                          <a:latin typeface="Cambria Math" panose="02040503050406030204" pitchFamily="18" charset="0"/>
                        </a:rPr>
                        <m:t>0.6247.</m:t>
                      </m:r>
                    </m:oMath>
                  </m:oMathPara>
                </a14:m>
                <a:endParaRPr lang="en-PH" sz="2800" dirty="0"/>
              </a:p>
            </p:txBody>
          </p:sp>
        </mc:Choice>
        <mc:Fallback xmlns="">
          <p:sp>
            <p:nvSpPr>
              <p:cNvPr id="2" name="TextBox 1">
                <a:extLst>
                  <a:ext uri="{FF2B5EF4-FFF2-40B4-BE49-F238E27FC236}">
                    <a16:creationId xmlns:a16="http://schemas.microsoft.com/office/drawing/2014/main" id="{B58D4C00-D7A3-7C45-AB7B-670F4FEB44D3}"/>
                  </a:ext>
                </a:extLst>
              </p:cNvPr>
              <p:cNvSpPr txBox="1">
                <a:spLocks noRot="1" noChangeAspect="1" noMove="1" noResize="1" noEditPoints="1" noAdjustHandles="1" noChangeArrowheads="1" noChangeShapeType="1" noTextEdit="1"/>
              </p:cNvSpPr>
              <p:nvPr/>
            </p:nvSpPr>
            <p:spPr>
              <a:xfrm>
                <a:off x="827314" y="3818690"/>
                <a:ext cx="6008914" cy="2246769"/>
              </a:xfrm>
              <a:prstGeom prst="rect">
                <a:avLst/>
              </a:prstGeom>
              <a:blipFill>
                <a:blip r:embed="rId3"/>
                <a:stretch>
                  <a:fillRect l="-2110" t="-2809"/>
                </a:stretch>
              </a:blipFill>
            </p:spPr>
            <p:txBody>
              <a:bodyPr/>
              <a:lstStyle/>
              <a:p>
                <a:r>
                  <a:rPr lang="en-US">
                    <a:noFill/>
                  </a:rPr>
                  <a:t> </a:t>
                </a:r>
              </a:p>
            </p:txBody>
          </p:sp>
        </mc:Fallback>
      </mc:AlternateContent>
    </p:spTree>
    <p:extLst>
      <p:ext uri="{BB962C8B-B14F-4D97-AF65-F5344CB8AC3E}">
        <p14:creationId xmlns:p14="http://schemas.microsoft.com/office/powerpoint/2010/main" val="17987506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Between 27 and 31 pounds per month</a:t>
            </a:r>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10755086" cy="954107"/>
          </a:xfrm>
          <a:prstGeom prst="rect">
            <a:avLst/>
          </a:prstGeom>
          <a:noFill/>
        </p:spPr>
        <p:txBody>
          <a:bodyPr wrap="square" rtlCol="0">
            <a:spAutoFit/>
          </a:bodyPr>
          <a:lstStyle/>
          <a:p>
            <a:r>
              <a:rPr lang="en-PH" sz="2800" dirty="0"/>
              <a:t>Hence, the probability that a randomly selected household generates between 27 and 31 pounds of newspapers per month is 62.47%.</a:t>
            </a:r>
          </a:p>
        </p:txBody>
      </p:sp>
    </p:spTree>
    <p:extLst>
      <p:ext uri="{BB962C8B-B14F-4D97-AF65-F5344CB8AC3E}">
        <p14:creationId xmlns:p14="http://schemas.microsoft.com/office/powerpoint/2010/main" val="11773060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More than 30.2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5" name="Content Placeholder 4">
            <a:extLst>
              <a:ext uri="{FF2B5EF4-FFF2-40B4-BE49-F238E27FC236}">
                <a16:creationId xmlns:a16="http://schemas.microsoft.com/office/drawing/2014/main" id="{E9EDB53E-18A8-1B48-8F4B-D381B2DD7D84}"/>
              </a:ext>
            </a:extLst>
          </p:cNvPr>
          <p:cNvSpPr>
            <a:spLocks noGrp="1"/>
          </p:cNvSpPr>
          <p:nvPr>
            <p:ph sz="half" idx="2"/>
          </p:nvPr>
        </p:nvSpPr>
        <p:spPr/>
        <p:txBody>
          <a:bodyPr/>
          <a:lstStyle/>
          <a:p>
            <a:endParaRPr lang="en-US" dirty="0"/>
          </a:p>
        </p:txBody>
      </p:sp>
    </p:spTree>
    <p:extLst>
      <p:ext uri="{BB962C8B-B14F-4D97-AF65-F5344CB8AC3E}">
        <p14:creationId xmlns:p14="http://schemas.microsoft.com/office/powerpoint/2010/main" val="40283945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More than 30.2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pic>
        <p:nvPicPr>
          <p:cNvPr id="10" name="Content Placeholder 9">
            <a:extLst>
              <a:ext uri="{FF2B5EF4-FFF2-40B4-BE49-F238E27FC236}">
                <a16:creationId xmlns:a16="http://schemas.microsoft.com/office/drawing/2014/main" id="{ADE431E6-F309-744D-958E-D7D75789BE1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572000" y="3130132"/>
            <a:ext cx="7315200" cy="3521760"/>
          </a:xfrm>
        </p:spPr>
      </p:pic>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954107"/>
          </a:xfrm>
          <a:prstGeom prst="rect">
            <a:avLst/>
          </a:prstGeom>
          <a:noFill/>
        </p:spPr>
        <p:txBody>
          <a:bodyPr wrap="square" rtlCol="0">
            <a:spAutoFit/>
          </a:bodyPr>
          <a:lstStyle/>
          <a:p>
            <a:r>
              <a:rPr lang="en-PH" sz="2800" dirty="0"/>
              <a:t>Draw the figure and represent the area.</a:t>
            </a:r>
          </a:p>
          <a:p>
            <a:endParaRPr lang="en-US" sz="2800" dirty="0"/>
          </a:p>
        </p:txBody>
      </p:sp>
    </p:spTree>
    <p:extLst>
      <p:ext uri="{BB962C8B-B14F-4D97-AF65-F5344CB8AC3E}">
        <p14:creationId xmlns:p14="http://schemas.microsoft.com/office/powerpoint/2010/main" val="1028964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9">
            <a:extLst>
              <a:ext uri="{FF2B5EF4-FFF2-40B4-BE49-F238E27FC236}">
                <a16:creationId xmlns:a16="http://schemas.microsoft.com/office/drawing/2014/main" id="{59909F98-CCF4-C64B-8147-804FD1E3868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76800" y="3276873"/>
            <a:ext cx="7010400" cy="3375020"/>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More than 30.2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523220"/>
          </a:xfrm>
          <a:prstGeom prst="rect">
            <a:avLst/>
          </a:prstGeom>
          <a:noFill/>
        </p:spPr>
        <p:txBody>
          <a:bodyPr wrap="square" rtlCol="0">
            <a:spAutoFit/>
          </a:bodyPr>
          <a:lstStyle/>
          <a:p>
            <a:r>
              <a:rPr lang="en-PH" sz="2800" dirty="0"/>
              <a:t>Find the z value for 30.2.</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C26FFD2-124F-2A47-AE9A-B50824DB8546}"/>
                  </a:ext>
                </a:extLst>
              </p14:cNvPr>
              <p14:cNvContentPartPr/>
              <p14:nvPr/>
            </p14:nvContentPartPr>
            <p14:xfrm>
              <a:off x="9237960" y="5351040"/>
              <a:ext cx="998640" cy="1448640"/>
            </p14:xfrm>
          </p:contentPart>
        </mc:Choice>
        <mc:Fallback xmlns="">
          <p:pic>
            <p:nvPicPr>
              <p:cNvPr id="3" name="Ink 2">
                <a:extLst>
                  <a:ext uri="{FF2B5EF4-FFF2-40B4-BE49-F238E27FC236}">
                    <a16:creationId xmlns:a16="http://schemas.microsoft.com/office/drawing/2014/main" id="{7C26FFD2-124F-2A47-AE9A-B50824DB8546}"/>
                  </a:ext>
                </a:extLst>
              </p:cNvPr>
              <p:cNvPicPr/>
              <p:nvPr/>
            </p:nvPicPr>
            <p:blipFill>
              <a:blip r:embed="rId4"/>
              <a:stretch>
                <a:fillRect/>
              </a:stretch>
            </p:blipFill>
            <p:spPr>
              <a:xfrm>
                <a:off x="9228600" y="5341680"/>
                <a:ext cx="1017360" cy="1467360"/>
              </a:xfrm>
              <a:prstGeom prst="rect">
                <a:avLst/>
              </a:prstGeom>
            </p:spPr>
          </p:pic>
        </mc:Fallback>
      </mc:AlternateContent>
    </p:spTree>
    <p:extLst>
      <p:ext uri="{BB962C8B-B14F-4D97-AF65-F5344CB8AC3E}">
        <p14:creationId xmlns:p14="http://schemas.microsoft.com/office/powerpoint/2010/main" val="40623847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9">
            <a:extLst>
              <a:ext uri="{FF2B5EF4-FFF2-40B4-BE49-F238E27FC236}">
                <a16:creationId xmlns:a16="http://schemas.microsoft.com/office/drawing/2014/main" id="{59909F98-CCF4-C64B-8147-804FD1E3868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76800" y="3276873"/>
            <a:ext cx="7010400" cy="3375020"/>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More than 30.2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523220"/>
          </a:xfrm>
          <a:prstGeom prst="rect">
            <a:avLst/>
          </a:prstGeom>
          <a:noFill/>
        </p:spPr>
        <p:txBody>
          <a:bodyPr wrap="square" rtlCol="0">
            <a:spAutoFit/>
          </a:bodyPr>
          <a:lstStyle/>
          <a:p>
            <a:r>
              <a:rPr lang="en-PH" sz="2800" dirty="0"/>
              <a:t>Find the z value for 30.2.</a:t>
            </a:r>
          </a:p>
        </p:txBody>
      </p:sp>
      <p:pic>
        <p:nvPicPr>
          <p:cNvPr id="5" name="Picture 4">
            <a:extLst>
              <a:ext uri="{FF2B5EF4-FFF2-40B4-BE49-F238E27FC236}">
                <a16:creationId xmlns:a16="http://schemas.microsoft.com/office/drawing/2014/main" id="{0035BB84-9660-4D42-864E-99616A39E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600" y="4557486"/>
            <a:ext cx="5359400" cy="1018286"/>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B68C74E-180C-144B-9BB9-AB9776AC3E32}"/>
                  </a:ext>
                </a:extLst>
              </p14:cNvPr>
              <p14:cNvContentPartPr/>
              <p14:nvPr/>
            </p14:nvContentPartPr>
            <p14:xfrm>
              <a:off x="7491600" y="5066280"/>
              <a:ext cx="1126800" cy="263880"/>
            </p14:xfrm>
          </p:contentPart>
        </mc:Choice>
        <mc:Fallback xmlns="">
          <p:pic>
            <p:nvPicPr>
              <p:cNvPr id="3" name="Ink 2">
                <a:extLst>
                  <a:ext uri="{FF2B5EF4-FFF2-40B4-BE49-F238E27FC236}">
                    <a16:creationId xmlns:a16="http://schemas.microsoft.com/office/drawing/2014/main" id="{0B68C74E-180C-144B-9BB9-AB9776AC3E32}"/>
                  </a:ext>
                </a:extLst>
              </p:cNvPr>
              <p:cNvPicPr/>
              <p:nvPr/>
            </p:nvPicPr>
            <p:blipFill>
              <a:blip r:embed="rId5"/>
              <a:stretch>
                <a:fillRect/>
              </a:stretch>
            </p:blipFill>
            <p:spPr>
              <a:xfrm>
                <a:off x="7482240" y="5056920"/>
                <a:ext cx="1145520" cy="282600"/>
              </a:xfrm>
              <a:prstGeom prst="rect">
                <a:avLst/>
              </a:prstGeom>
            </p:spPr>
          </p:pic>
        </mc:Fallback>
      </mc:AlternateContent>
    </p:spTree>
    <p:extLst>
      <p:ext uri="{BB962C8B-B14F-4D97-AF65-F5344CB8AC3E}">
        <p14:creationId xmlns:p14="http://schemas.microsoft.com/office/powerpoint/2010/main" val="16313739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9">
            <a:extLst>
              <a:ext uri="{FF2B5EF4-FFF2-40B4-BE49-F238E27FC236}">
                <a16:creationId xmlns:a16="http://schemas.microsoft.com/office/drawing/2014/main" id="{59909F98-CCF4-C64B-8147-804FD1E3868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76800" y="3276873"/>
            <a:ext cx="7010400" cy="3375020"/>
          </a:xfrm>
        </p:spPr>
      </p:pic>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Each month, an American household generates an average of 28 pounds of newspaper for garbage or recycling. Assume the variable is approximately normally distributed. The standard deviation is 2 lbs. If a household is selected at random, find the probability of it generating</a:t>
            </a:r>
          </a:p>
          <a:p>
            <a:r>
              <a:rPr lang="en-PH" dirty="0"/>
              <a:t>More than 30.2 pounds per month</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1815882"/>
              </a:xfrm>
              <a:prstGeom prst="rect">
                <a:avLst/>
              </a:prstGeom>
              <a:noFill/>
            </p:spPr>
            <p:txBody>
              <a:bodyPr wrap="square" rtlCol="0">
                <a:spAutoFit/>
              </a:bodyPr>
              <a:lstStyle/>
              <a:p>
                <a:r>
                  <a:rPr lang="en-PH" sz="2800" dirty="0"/>
                  <a:t>Find the appropriate area. </a:t>
                </a:r>
              </a:p>
              <a:p>
                <a:r>
                  <a:rPr lang="en-PH" sz="2800" dirty="0"/>
                  <a:t>The area to the left of z = 1.1 is 0.8643. </a:t>
                </a:r>
              </a:p>
              <a:p>
                <a:r>
                  <a:rPr lang="en-PH" sz="2800" dirty="0"/>
                  <a:t>Hence the area to the right of z =1.1 is </a:t>
                </a:r>
              </a:p>
              <a:p>
                <a:pPr algn="ctr"/>
                <a14:m>
                  <m:oMath xmlns:m="http://schemas.openxmlformats.org/officeDocument/2006/math">
                    <m:r>
                      <a:rPr lang="en-PH" sz="2800" i="1" dirty="0" smtClean="0">
                        <a:latin typeface="Cambria Math" panose="02040503050406030204" pitchFamily="18" charset="0"/>
                      </a:rPr>
                      <m:t>1.0000</m:t>
                    </m:r>
                    <m:r>
                      <a:rPr lang="en-US" sz="2800" b="0" i="1" dirty="0" smtClean="0">
                        <a:latin typeface="Cambria Math" panose="02040503050406030204" pitchFamily="18" charset="0"/>
                      </a:rPr>
                      <m:t>−</m:t>
                    </m:r>
                    <m:r>
                      <a:rPr lang="en-PH" sz="2800" i="1" dirty="0">
                        <a:latin typeface="Cambria Math" panose="02040503050406030204" pitchFamily="18" charset="0"/>
                      </a:rPr>
                      <m:t>0.8643</m:t>
                    </m:r>
                    <m:r>
                      <a:rPr lang="en-US" sz="2800" b="0" i="1" dirty="0" smtClean="0">
                        <a:latin typeface="Cambria Math" panose="02040503050406030204" pitchFamily="18" charset="0"/>
                      </a:rPr>
                      <m:t>=</m:t>
                    </m:r>
                    <m:r>
                      <a:rPr lang="en-PH" sz="2800" i="1" dirty="0">
                        <a:latin typeface="Cambria Math" panose="02040503050406030204" pitchFamily="18" charset="0"/>
                      </a:rPr>
                      <m:t>0.1357</m:t>
                    </m:r>
                  </m:oMath>
                </a14:m>
                <a:r>
                  <a:rPr lang="en-PH" dirty="0"/>
                  <a:t>.</a:t>
                </a:r>
              </a:p>
            </p:txBody>
          </p:sp>
        </mc:Choice>
        <mc:Fallback xmlns="">
          <p:sp>
            <p:nvSpPr>
              <p:cNvPr id="2" name="TextBox 1">
                <a:extLst>
                  <a:ext uri="{FF2B5EF4-FFF2-40B4-BE49-F238E27FC236}">
                    <a16:creationId xmlns:a16="http://schemas.microsoft.com/office/drawing/2014/main" id="{B58D4C00-D7A3-7C45-AB7B-670F4FEB44D3}"/>
                  </a:ext>
                </a:extLst>
              </p:cNvPr>
              <p:cNvSpPr txBox="1">
                <a:spLocks noRot="1" noChangeAspect="1" noMove="1" noResize="1" noEditPoints="1" noAdjustHandles="1" noChangeArrowheads="1" noChangeShapeType="1" noTextEdit="1"/>
              </p:cNvSpPr>
              <p:nvPr/>
            </p:nvSpPr>
            <p:spPr>
              <a:xfrm>
                <a:off x="827314" y="3818690"/>
                <a:ext cx="6008914" cy="1815882"/>
              </a:xfrm>
              <a:prstGeom prst="rect">
                <a:avLst/>
              </a:prstGeom>
              <a:blipFill>
                <a:blip r:embed="rId3"/>
                <a:stretch>
                  <a:fillRect l="-2110" t="-3472" b="-2778"/>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E3BB518-DB9F-9E45-BEA2-69610CAFB91E}"/>
                  </a:ext>
                </a:extLst>
              </p14:cNvPr>
              <p14:cNvContentPartPr/>
              <p14:nvPr/>
            </p14:nvContentPartPr>
            <p14:xfrm>
              <a:off x="7896240" y="5217840"/>
              <a:ext cx="360" cy="360"/>
            </p14:xfrm>
          </p:contentPart>
        </mc:Choice>
        <mc:Fallback xmlns="">
          <p:pic>
            <p:nvPicPr>
              <p:cNvPr id="3" name="Ink 2">
                <a:extLst>
                  <a:ext uri="{FF2B5EF4-FFF2-40B4-BE49-F238E27FC236}">
                    <a16:creationId xmlns:a16="http://schemas.microsoft.com/office/drawing/2014/main" id="{6E3BB518-DB9F-9E45-BEA2-69610CAFB91E}"/>
                  </a:ext>
                </a:extLst>
              </p:cNvPr>
              <p:cNvPicPr/>
              <p:nvPr/>
            </p:nvPicPr>
            <p:blipFill>
              <a:blip r:embed="rId5"/>
              <a:stretch>
                <a:fillRect/>
              </a:stretch>
            </p:blipFill>
            <p:spPr>
              <a:xfrm>
                <a:off x="7886880" y="5208480"/>
                <a:ext cx="19080" cy="19080"/>
              </a:xfrm>
              <a:prstGeom prst="rect">
                <a:avLst/>
              </a:prstGeom>
            </p:spPr>
          </p:pic>
        </mc:Fallback>
      </mc:AlternateContent>
    </p:spTree>
    <p:extLst>
      <p:ext uri="{BB962C8B-B14F-4D97-AF65-F5344CB8AC3E}">
        <p14:creationId xmlns:p14="http://schemas.microsoft.com/office/powerpoint/2010/main" val="42029717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The American Automobile Association reports that the average time it takes to respond to an emergency call is 25 minutes. Assume the variable is approximately normally distributed and the standard deviation is 4.5 minutes. If 80 calls are randomly selected, approximately how many will be responded to in less than 15 minutes?</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12" name="Content Placeholder 11">
            <a:extLst>
              <a:ext uri="{FF2B5EF4-FFF2-40B4-BE49-F238E27FC236}">
                <a16:creationId xmlns:a16="http://schemas.microsoft.com/office/drawing/2014/main" id="{E2AD7DE4-0D51-6E44-83A7-BD782FCCA6ED}"/>
              </a:ext>
            </a:extLst>
          </p:cNvPr>
          <p:cNvSpPr>
            <a:spLocks noGrp="1"/>
          </p:cNvSpPr>
          <p:nvPr>
            <p:ph sz="half" idx="2"/>
          </p:nvPr>
        </p:nvSpPr>
        <p:spPr/>
        <p:txBody>
          <a:bodyPr/>
          <a:lstStyle/>
          <a:p>
            <a:endParaRPr lang="en-US"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0C37B05-5676-2E46-AE2B-CFC991099CB8}"/>
                  </a:ext>
                </a:extLst>
              </p14:cNvPr>
              <p14:cNvContentPartPr/>
              <p14:nvPr/>
            </p14:nvContentPartPr>
            <p14:xfrm>
              <a:off x="6064200" y="3937680"/>
              <a:ext cx="360" cy="360"/>
            </p14:xfrm>
          </p:contentPart>
        </mc:Choice>
        <mc:Fallback xmlns="">
          <p:pic>
            <p:nvPicPr>
              <p:cNvPr id="2" name="Ink 1">
                <a:extLst>
                  <a:ext uri="{FF2B5EF4-FFF2-40B4-BE49-F238E27FC236}">
                    <a16:creationId xmlns:a16="http://schemas.microsoft.com/office/drawing/2014/main" id="{A0C37B05-5676-2E46-AE2B-CFC991099CB8}"/>
                  </a:ext>
                </a:extLst>
              </p:cNvPr>
              <p:cNvPicPr/>
              <p:nvPr/>
            </p:nvPicPr>
            <p:blipFill>
              <a:blip r:embed="rId3"/>
              <a:stretch>
                <a:fillRect/>
              </a:stretch>
            </p:blipFill>
            <p:spPr>
              <a:xfrm>
                <a:off x="6054840" y="3928320"/>
                <a:ext cx="19080" cy="19080"/>
              </a:xfrm>
              <a:prstGeom prst="rect">
                <a:avLst/>
              </a:prstGeom>
            </p:spPr>
          </p:pic>
        </mc:Fallback>
      </mc:AlternateContent>
    </p:spTree>
    <p:extLst>
      <p:ext uri="{BB962C8B-B14F-4D97-AF65-F5344CB8AC3E}">
        <p14:creationId xmlns:p14="http://schemas.microsoft.com/office/powerpoint/2010/main" val="31642386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The American Automobile Association reports that the average time it takes to respond to an emergency call is 25 minutes. Assume the variable is approximately normally distributed and the standard deviation is 4.5 minutes. If 80 calls are randomly selected, approximately how many will be responded to in less than 15 minutes?</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1815882"/>
          </a:xfrm>
          <a:prstGeom prst="rect">
            <a:avLst/>
          </a:prstGeom>
          <a:noFill/>
        </p:spPr>
        <p:txBody>
          <a:bodyPr wrap="square" rtlCol="0">
            <a:spAutoFit/>
          </a:bodyPr>
          <a:lstStyle/>
          <a:p>
            <a:r>
              <a:rPr lang="en-PH" sz="2800" dirty="0"/>
              <a:t>To solve the problem, find the area under a normal distribution curve to the left of 15.</a:t>
            </a:r>
          </a:p>
          <a:p>
            <a:r>
              <a:rPr lang="en-PH" sz="2800" dirty="0"/>
              <a:t>Draw a figure and represent the area.</a:t>
            </a:r>
          </a:p>
        </p:txBody>
      </p:sp>
      <p:sp>
        <p:nvSpPr>
          <p:cNvPr id="12" name="Content Placeholder 11">
            <a:extLst>
              <a:ext uri="{FF2B5EF4-FFF2-40B4-BE49-F238E27FC236}">
                <a16:creationId xmlns:a16="http://schemas.microsoft.com/office/drawing/2014/main" id="{E2AD7DE4-0D51-6E44-83A7-BD782FCCA6ED}"/>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41397046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8" name="Content Placeholder 7">
            <a:extLst>
              <a:ext uri="{FF2B5EF4-FFF2-40B4-BE49-F238E27FC236}">
                <a16:creationId xmlns:a16="http://schemas.microsoft.com/office/drawing/2014/main" id="{39AF8EAA-65DC-F941-92EF-A321D606528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89305" y="3429001"/>
            <a:ext cx="6772855" cy="3276000"/>
          </a:xfr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The American Automobile Association reports that the average time it takes to respond to an emergency call is 25 minutes. Assume the variable is approximately normally distributed and the standard deviation is 4.5 minutes. If 80 calls are randomly selected, approximately how many will be responded to in less than 15 minutes?</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1815882"/>
          </a:xfrm>
          <a:prstGeom prst="rect">
            <a:avLst/>
          </a:prstGeom>
          <a:noFill/>
        </p:spPr>
        <p:txBody>
          <a:bodyPr wrap="square" rtlCol="0">
            <a:spAutoFit/>
          </a:bodyPr>
          <a:lstStyle/>
          <a:p>
            <a:r>
              <a:rPr lang="en-PH" sz="2800" dirty="0"/>
              <a:t>To solve the problem, find the area under a normal distribution curve to the left of 15.</a:t>
            </a:r>
          </a:p>
          <a:p>
            <a:r>
              <a:rPr lang="en-PH" sz="2800" dirty="0"/>
              <a:t>Draw a figure and represent the area.</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D2A0CD8-BDFB-3A45-A9F7-CDC66AD80FA6}"/>
                  </a:ext>
                </a:extLst>
              </p14:cNvPr>
              <p14:cNvContentPartPr/>
              <p14:nvPr/>
            </p14:nvContentPartPr>
            <p14:xfrm>
              <a:off x="6485040" y="5503320"/>
              <a:ext cx="140400" cy="356040"/>
            </p14:xfrm>
          </p:contentPart>
        </mc:Choice>
        <mc:Fallback xmlns="">
          <p:pic>
            <p:nvPicPr>
              <p:cNvPr id="3" name="Ink 2">
                <a:extLst>
                  <a:ext uri="{FF2B5EF4-FFF2-40B4-BE49-F238E27FC236}">
                    <a16:creationId xmlns:a16="http://schemas.microsoft.com/office/drawing/2014/main" id="{6D2A0CD8-BDFB-3A45-A9F7-CDC66AD80FA6}"/>
                  </a:ext>
                </a:extLst>
              </p:cNvPr>
              <p:cNvPicPr/>
              <p:nvPr/>
            </p:nvPicPr>
            <p:blipFill>
              <a:blip r:embed="rId4"/>
              <a:stretch>
                <a:fillRect/>
              </a:stretch>
            </p:blipFill>
            <p:spPr>
              <a:xfrm>
                <a:off x="6475680" y="5493960"/>
                <a:ext cx="159120" cy="374760"/>
              </a:xfrm>
              <a:prstGeom prst="rect">
                <a:avLst/>
              </a:prstGeom>
            </p:spPr>
          </p:pic>
        </mc:Fallback>
      </mc:AlternateContent>
    </p:spTree>
    <p:extLst>
      <p:ext uri="{BB962C8B-B14F-4D97-AF65-F5344CB8AC3E}">
        <p14:creationId xmlns:p14="http://schemas.microsoft.com/office/powerpoint/2010/main" val="25185301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8" name="Content Placeholder 7">
            <a:extLst>
              <a:ext uri="{FF2B5EF4-FFF2-40B4-BE49-F238E27FC236}">
                <a16:creationId xmlns:a16="http://schemas.microsoft.com/office/drawing/2014/main" id="{39AF8EAA-65DC-F941-92EF-A321D606528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189305" y="3429001"/>
            <a:ext cx="6772855" cy="3276000"/>
          </a:xfr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The American Automobile Association reports that the average time it takes to respond to an emergency call is 25 minutes. Assume the variable is approximately normally distributed and the standard deviation is 4.5 minutes. If 80 calls are randomly selected, approximately how many will be responded to in less than 15 minutes?</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523220"/>
          </a:xfrm>
          <a:prstGeom prst="rect">
            <a:avLst/>
          </a:prstGeom>
          <a:noFill/>
        </p:spPr>
        <p:txBody>
          <a:bodyPr wrap="square" rtlCol="0">
            <a:spAutoFit/>
          </a:bodyPr>
          <a:lstStyle/>
          <a:p>
            <a:r>
              <a:rPr lang="en-PH" sz="2800" dirty="0"/>
              <a:t>Find the z value for 15.</a:t>
            </a:r>
          </a:p>
        </p:txBody>
      </p:sp>
    </p:spTree>
    <p:extLst>
      <p:ext uri="{BB962C8B-B14F-4D97-AF65-F5344CB8AC3E}">
        <p14:creationId xmlns:p14="http://schemas.microsoft.com/office/powerpoint/2010/main" val="14760992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8" name="Content Placeholder 7">
            <a:extLst>
              <a:ext uri="{FF2B5EF4-FFF2-40B4-BE49-F238E27FC236}">
                <a16:creationId xmlns:a16="http://schemas.microsoft.com/office/drawing/2014/main" id="{39AF8EAA-65DC-F941-92EF-A321D606528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189305" y="3429001"/>
            <a:ext cx="6772855" cy="3276000"/>
          </a:xfr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The American Automobile Association reports that the average time it takes to respond to an emergency call is 25 minutes. Assume the variable is approximately normally distributed and the standard deviation is 4.5 minutes. If 80 calls are randomly selected, approximately how many will be responded to in less than 15 minutes?</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523220"/>
          </a:xfrm>
          <a:prstGeom prst="rect">
            <a:avLst/>
          </a:prstGeom>
          <a:noFill/>
        </p:spPr>
        <p:txBody>
          <a:bodyPr wrap="square" rtlCol="0">
            <a:spAutoFit/>
          </a:bodyPr>
          <a:lstStyle/>
          <a:p>
            <a:r>
              <a:rPr lang="en-PH" sz="2800" dirty="0"/>
              <a:t>Find the z value for 15.</a:t>
            </a:r>
          </a:p>
        </p:txBody>
      </p:sp>
      <p:pic>
        <p:nvPicPr>
          <p:cNvPr id="5" name="Picture 4">
            <a:extLst>
              <a:ext uri="{FF2B5EF4-FFF2-40B4-BE49-F238E27FC236}">
                <a16:creationId xmlns:a16="http://schemas.microsoft.com/office/drawing/2014/main" id="{F2DC4496-CC72-4D44-A36F-816E7578B6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0" y="4465065"/>
            <a:ext cx="4213140" cy="1053285"/>
          </a:xfrm>
          <a:prstGeom prst="rect">
            <a:avLst/>
          </a:prstGeom>
        </p:spPr>
      </p:pic>
    </p:spTree>
    <p:extLst>
      <p:ext uri="{BB962C8B-B14F-4D97-AF65-F5344CB8AC3E}">
        <p14:creationId xmlns:p14="http://schemas.microsoft.com/office/powerpoint/2010/main" val="30210026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8" name="Content Placeholder 7">
            <a:extLst>
              <a:ext uri="{FF2B5EF4-FFF2-40B4-BE49-F238E27FC236}">
                <a16:creationId xmlns:a16="http://schemas.microsoft.com/office/drawing/2014/main" id="{39AF8EAA-65DC-F941-92EF-A321D606528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189305" y="3429001"/>
            <a:ext cx="6772855" cy="3276000"/>
          </a:xfr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The American Automobile Association reports that the average time it takes to respond to an emergency call is 25 minutes. Assume the variable is approximately normally distributed and the standard deviation is 4.5 minutes. If 80 calls are randomly selected, approximately how many will be responded to in less than 15 minutes?</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954107"/>
              </a:xfrm>
              <a:prstGeom prst="rect">
                <a:avLst/>
              </a:prstGeom>
              <a:noFill/>
            </p:spPr>
            <p:txBody>
              <a:bodyPr wrap="square" rtlCol="0">
                <a:spAutoFit/>
              </a:bodyPr>
              <a:lstStyle/>
              <a:p>
                <a:r>
                  <a:rPr lang="en-PH" sz="2800" dirty="0"/>
                  <a:t>Find the area to the left of </a:t>
                </a:r>
                <a14:m>
                  <m:oMath xmlns:m="http://schemas.openxmlformats.org/officeDocument/2006/math">
                    <m:r>
                      <a:rPr lang="en-PH" sz="2800" i="1" dirty="0" smtClean="0">
                        <a:latin typeface="Cambria Math" panose="02040503050406030204" pitchFamily="18" charset="0"/>
                      </a:rPr>
                      <m:t>𝑧</m:t>
                    </m:r>
                    <m:r>
                      <a:rPr lang="en-PH" sz="2800" i="1" dirty="0" smtClean="0">
                        <a:latin typeface="Cambria Math" panose="02040503050406030204" pitchFamily="18" charset="0"/>
                      </a:rPr>
                      <m:t>=−2.22</m:t>
                    </m:r>
                  </m:oMath>
                </a14:m>
                <a:r>
                  <a:rPr lang="en-PH" sz="2800" dirty="0"/>
                  <a:t>. </a:t>
                </a:r>
              </a:p>
              <a:p>
                <a:r>
                  <a:rPr lang="en-PH" sz="2800" dirty="0"/>
                  <a:t>It is 0.0132.</a:t>
                </a:r>
              </a:p>
            </p:txBody>
          </p:sp>
        </mc:Choice>
        <mc:Fallback xmlns="">
          <p:sp>
            <p:nvSpPr>
              <p:cNvPr id="2" name="TextBox 1">
                <a:extLst>
                  <a:ext uri="{FF2B5EF4-FFF2-40B4-BE49-F238E27FC236}">
                    <a16:creationId xmlns:a16="http://schemas.microsoft.com/office/drawing/2014/main" id="{B58D4C00-D7A3-7C45-AB7B-670F4FEB44D3}"/>
                  </a:ext>
                </a:extLst>
              </p:cNvPr>
              <p:cNvSpPr txBox="1">
                <a:spLocks noRot="1" noChangeAspect="1" noMove="1" noResize="1" noEditPoints="1" noAdjustHandles="1" noChangeArrowheads="1" noChangeShapeType="1" noTextEdit="1"/>
              </p:cNvSpPr>
              <p:nvPr/>
            </p:nvSpPr>
            <p:spPr>
              <a:xfrm>
                <a:off x="827314" y="3818690"/>
                <a:ext cx="6008914" cy="954107"/>
              </a:xfrm>
              <a:prstGeom prst="rect">
                <a:avLst/>
              </a:prstGeom>
              <a:blipFill>
                <a:blip r:embed="rId4"/>
                <a:stretch>
                  <a:fillRect l="-2110" t="-6579" b="-17105"/>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EDFEDFEF-C3A6-2F42-9947-423C8A6246DE}"/>
                  </a:ext>
                </a:extLst>
              </p14:cNvPr>
              <p14:cNvContentPartPr/>
              <p14:nvPr/>
            </p14:nvContentPartPr>
            <p14:xfrm>
              <a:off x="5982120" y="5774760"/>
              <a:ext cx="1136160" cy="288720"/>
            </p14:xfrm>
          </p:contentPart>
        </mc:Choice>
        <mc:Fallback xmlns="">
          <p:pic>
            <p:nvPicPr>
              <p:cNvPr id="3" name="Ink 2">
                <a:extLst>
                  <a:ext uri="{FF2B5EF4-FFF2-40B4-BE49-F238E27FC236}">
                    <a16:creationId xmlns:a16="http://schemas.microsoft.com/office/drawing/2014/main" id="{EDFEDFEF-C3A6-2F42-9947-423C8A6246DE}"/>
                  </a:ext>
                </a:extLst>
              </p:cNvPr>
              <p:cNvPicPr/>
              <p:nvPr/>
            </p:nvPicPr>
            <p:blipFill>
              <a:blip r:embed="rId6"/>
              <a:stretch>
                <a:fillRect/>
              </a:stretch>
            </p:blipFill>
            <p:spPr>
              <a:xfrm>
                <a:off x="5972760" y="5765400"/>
                <a:ext cx="1154880" cy="307440"/>
              </a:xfrm>
              <a:prstGeom prst="rect">
                <a:avLst/>
              </a:prstGeom>
            </p:spPr>
          </p:pic>
        </mc:Fallback>
      </mc:AlternateContent>
    </p:spTree>
    <p:extLst>
      <p:ext uri="{BB962C8B-B14F-4D97-AF65-F5344CB8AC3E}">
        <p14:creationId xmlns:p14="http://schemas.microsoft.com/office/powerpoint/2010/main" val="22800355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8" name="Content Placeholder 7">
            <a:extLst>
              <a:ext uri="{FF2B5EF4-FFF2-40B4-BE49-F238E27FC236}">
                <a16:creationId xmlns:a16="http://schemas.microsoft.com/office/drawing/2014/main" id="{39AF8EAA-65DC-F941-92EF-A321D606528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189305" y="3429001"/>
            <a:ext cx="6772855" cy="3276000"/>
          </a:xfr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The American Automobile Association reports that the average time it takes to respond to an emergency call is 25 minutes. Assume the variable is approximately normally distributed and the standard deviation is 4.5 minutes. If 80 calls are randomly selected, approximately how many will be responded to in less than 15 minutes?</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27314" y="3818690"/>
            <a:ext cx="6008914" cy="2677656"/>
          </a:xfrm>
          <a:prstGeom prst="rect">
            <a:avLst/>
          </a:prstGeom>
          <a:noFill/>
        </p:spPr>
        <p:txBody>
          <a:bodyPr wrap="square" rtlCol="0">
            <a:spAutoFit/>
          </a:bodyPr>
          <a:lstStyle/>
          <a:p>
            <a:r>
              <a:rPr lang="en-PH" sz="2800" dirty="0"/>
              <a:t>To find how many calls will be made in less than 15 minutes, multiply the</a:t>
            </a:r>
          </a:p>
          <a:p>
            <a:r>
              <a:rPr lang="en-PH" sz="2800" dirty="0"/>
              <a:t>sample size 80 by 0.0132 to get 1.056. Hence, 1.056, or approximately 1, call</a:t>
            </a:r>
          </a:p>
          <a:p>
            <a:r>
              <a:rPr lang="en-PH" sz="2800" dirty="0"/>
              <a:t>will be responded to in under 15 minutes.</a:t>
            </a:r>
          </a:p>
        </p:txBody>
      </p:sp>
    </p:spTree>
    <p:extLst>
      <p:ext uri="{BB962C8B-B14F-4D97-AF65-F5344CB8AC3E}">
        <p14:creationId xmlns:p14="http://schemas.microsoft.com/office/powerpoint/2010/main" val="12837477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pic>
        <p:nvPicPr>
          <p:cNvPr id="10" name="Content Placeholder 9">
            <a:extLst>
              <a:ext uri="{FF2B5EF4-FFF2-40B4-BE49-F238E27FC236}">
                <a16:creationId xmlns:a16="http://schemas.microsoft.com/office/drawing/2014/main" id="{EE1E716B-BE07-5A4E-B24F-FC7BF87A77C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953000" y="3335194"/>
            <a:ext cx="7108371" cy="3168567"/>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9E37744-AD6A-8142-B0CC-55045AB11BFE}"/>
                  </a:ext>
                </a:extLst>
              </p14:cNvPr>
              <p14:cNvContentPartPr/>
              <p14:nvPr/>
            </p14:nvContentPartPr>
            <p14:xfrm>
              <a:off x="9463680" y="5163840"/>
              <a:ext cx="2221560" cy="1417680"/>
            </p14:xfrm>
          </p:contentPart>
        </mc:Choice>
        <mc:Fallback xmlns="">
          <p:pic>
            <p:nvPicPr>
              <p:cNvPr id="2" name="Ink 1">
                <a:extLst>
                  <a:ext uri="{FF2B5EF4-FFF2-40B4-BE49-F238E27FC236}">
                    <a16:creationId xmlns:a16="http://schemas.microsoft.com/office/drawing/2014/main" id="{C9E37744-AD6A-8142-B0CC-55045AB11BFE}"/>
                  </a:ext>
                </a:extLst>
              </p:cNvPr>
              <p:cNvPicPr/>
              <p:nvPr/>
            </p:nvPicPr>
            <p:blipFill>
              <a:blip r:embed="rId5"/>
              <a:stretch>
                <a:fillRect/>
              </a:stretch>
            </p:blipFill>
            <p:spPr>
              <a:xfrm>
                <a:off x="9454320" y="5154480"/>
                <a:ext cx="2240280" cy="1436400"/>
              </a:xfrm>
              <a:prstGeom prst="rect">
                <a:avLst/>
              </a:prstGeom>
            </p:spPr>
          </p:pic>
        </mc:Fallback>
      </mc:AlternateContent>
    </p:spTree>
    <p:extLst>
      <p:ext uri="{BB962C8B-B14F-4D97-AF65-F5344CB8AC3E}">
        <p14:creationId xmlns:p14="http://schemas.microsoft.com/office/powerpoint/2010/main" val="26974754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pic>
        <p:nvPicPr>
          <p:cNvPr id="10" name="Content Placeholder 9">
            <a:extLst>
              <a:ext uri="{FF2B5EF4-FFF2-40B4-BE49-F238E27FC236}">
                <a16:creationId xmlns:a16="http://schemas.microsoft.com/office/drawing/2014/main" id="{EE1E716B-BE07-5A4E-B24F-FC7BF87A77C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953000" y="3335194"/>
            <a:ext cx="7108371" cy="3168567"/>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6008914" cy="1831271"/>
          </a:xfrm>
          <a:prstGeom prst="rect">
            <a:avLst/>
          </a:prstGeom>
          <a:noFill/>
        </p:spPr>
        <p:txBody>
          <a:bodyPr wrap="square" rtlCol="0">
            <a:spAutoFit/>
          </a:bodyPr>
          <a:lstStyle/>
          <a:p>
            <a:r>
              <a:rPr lang="en-PH" sz="2800" dirty="0"/>
              <a:t>Since the test scores are normally distributed, the test value X that cuts off the upper 10% of the area under a normal distribution curve is desired.</a:t>
            </a:r>
          </a:p>
          <a:p>
            <a:r>
              <a:rPr lang="en-PH" sz="100" dirty="0"/>
              <a:t> </a:t>
            </a:r>
          </a:p>
        </p:txBody>
      </p:sp>
    </p:spTree>
    <p:extLst>
      <p:ext uri="{BB962C8B-B14F-4D97-AF65-F5344CB8AC3E}">
        <p14:creationId xmlns:p14="http://schemas.microsoft.com/office/powerpoint/2010/main" val="6012359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pic>
        <p:nvPicPr>
          <p:cNvPr id="10" name="Content Placeholder 9">
            <a:extLst>
              <a:ext uri="{FF2B5EF4-FFF2-40B4-BE49-F238E27FC236}">
                <a16:creationId xmlns:a16="http://schemas.microsoft.com/office/drawing/2014/main" id="{EE1E716B-BE07-5A4E-B24F-FC7BF87A77C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953000" y="3335194"/>
            <a:ext cx="7108371" cy="3168567"/>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6008914" cy="2262158"/>
          </a:xfrm>
          <a:prstGeom prst="rect">
            <a:avLst/>
          </a:prstGeom>
          <a:noFill/>
        </p:spPr>
        <p:txBody>
          <a:bodyPr wrap="square" rtlCol="0">
            <a:spAutoFit/>
          </a:bodyPr>
          <a:lstStyle/>
          <a:p>
            <a:r>
              <a:rPr lang="en-PH" sz="2800" dirty="0"/>
              <a:t>Since the test scores are normally distributed, the test value X that cuts off the upper 10% of the area under a normal distribution curve is desired.</a:t>
            </a:r>
          </a:p>
          <a:p>
            <a:r>
              <a:rPr lang="en-PH" sz="100" dirty="0"/>
              <a:t> </a:t>
            </a:r>
          </a:p>
          <a:p>
            <a:r>
              <a:rPr lang="en-PH" sz="2800" dirty="0"/>
              <a:t>Work backward to solve this problem.</a:t>
            </a:r>
          </a:p>
        </p:txBody>
      </p:sp>
    </p:spTree>
    <p:extLst>
      <p:ext uri="{BB962C8B-B14F-4D97-AF65-F5344CB8AC3E}">
        <p14:creationId xmlns:p14="http://schemas.microsoft.com/office/powerpoint/2010/main" val="38830709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pic>
        <p:nvPicPr>
          <p:cNvPr id="10" name="Content Placeholder 9">
            <a:extLst>
              <a:ext uri="{FF2B5EF4-FFF2-40B4-BE49-F238E27FC236}">
                <a16:creationId xmlns:a16="http://schemas.microsoft.com/office/drawing/2014/main" id="{EE1E716B-BE07-5A4E-B24F-FC7BF87A77C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953000" y="3335194"/>
            <a:ext cx="7108371" cy="3168567"/>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6008914" cy="1815882"/>
              </a:xfrm>
              <a:prstGeom prst="rect">
                <a:avLst/>
              </a:prstGeom>
              <a:noFill/>
            </p:spPr>
            <p:txBody>
              <a:bodyPr wrap="square" rtlCol="0">
                <a:spAutoFit/>
              </a:bodyPr>
              <a:lstStyle/>
              <a:p>
                <a:r>
                  <a:rPr lang="en-PH" sz="2800" dirty="0"/>
                  <a:t>Subtract 0.1000 from 1.000 to get the area under the normal distribution to the left of x: </a:t>
                </a:r>
              </a:p>
              <a:p>
                <a:pPr algn="ctr"/>
                <a14:m>
                  <m:oMathPara xmlns:m="http://schemas.openxmlformats.org/officeDocument/2006/math">
                    <m:oMathParaPr>
                      <m:jc m:val="centerGroup"/>
                    </m:oMathParaPr>
                    <m:oMath xmlns:m="http://schemas.openxmlformats.org/officeDocument/2006/math">
                      <m:r>
                        <a:rPr lang="en-PH" sz="2800" i="1" dirty="0" smtClean="0">
                          <a:latin typeface="Cambria Math" panose="02040503050406030204" pitchFamily="18" charset="0"/>
                        </a:rPr>
                        <m:t>1.0000</m:t>
                      </m:r>
                      <m:r>
                        <a:rPr lang="en-US" sz="2800" b="0" i="1" dirty="0" smtClean="0">
                          <a:latin typeface="Cambria Math" panose="02040503050406030204" pitchFamily="18" charset="0"/>
                        </a:rPr>
                        <m:t>−</m:t>
                      </m:r>
                      <m:r>
                        <a:rPr lang="en-PH" sz="2800" i="1" dirty="0">
                          <a:latin typeface="Cambria Math" panose="02040503050406030204" pitchFamily="18" charset="0"/>
                        </a:rPr>
                        <m:t>0.10000</m:t>
                      </m:r>
                      <m:r>
                        <a:rPr lang="en-US" sz="2800" b="0" i="1" dirty="0" smtClean="0">
                          <a:latin typeface="Cambria Math" panose="02040503050406030204" pitchFamily="18" charset="0"/>
                        </a:rPr>
                        <m:t>=</m:t>
                      </m:r>
                      <m:r>
                        <a:rPr lang="en-PH" sz="2800" i="1" dirty="0" smtClean="0">
                          <a:latin typeface="Cambria Math" panose="02040503050406030204" pitchFamily="18" charset="0"/>
                        </a:rPr>
                        <m:t>0.9000</m:t>
                      </m:r>
                    </m:oMath>
                  </m:oMathPara>
                </a14:m>
                <a:endParaRPr lang="en-PH" sz="2800" dirty="0"/>
              </a:p>
            </p:txBody>
          </p:sp>
        </mc:Choice>
        <mc:Fallback xmlns="">
          <p:sp>
            <p:nvSpPr>
              <p:cNvPr id="2" name="TextBox 1">
                <a:extLst>
                  <a:ext uri="{FF2B5EF4-FFF2-40B4-BE49-F238E27FC236}">
                    <a16:creationId xmlns:a16="http://schemas.microsoft.com/office/drawing/2014/main" id="{B58D4C00-D7A3-7C45-AB7B-670F4FEB44D3}"/>
                  </a:ext>
                </a:extLst>
              </p:cNvPr>
              <p:cNvSpPr txBox="1">
                <a:spLocks noRot="1" noChangeAspect="1" noMove="1" noResize="1" noEditPoints="1" noAdjustHandles="1" noChangeArrowheads="1" noChangeShapeType="1" noTextEdit="1"/>
              </p:cNvSpPr>
              <p:nvPr/>
            </p:nvSpPr>
            <p:spPr>
              <a:xfrm>
                <a:off x="838200" y="3309371"/>
                <a:ext cx="6008914" cy="1815882"/>
              </a:xfrm>
              <a:prstGeom prst="rect">
                <a:avLst/>
              </a:prstGeom>
              <a:blipFill>
                <a:blip r:embed="rId4"/>
                <a:stretch>
                  <a:fillRect l="-2110" t="-3472"/>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0492744-24F0-5F43-87CF-368FFD67C426}"/>
                  </a:ext>
                </a:extLst>
              </p14:cNvPr>
              <p14:cNvContentPartPr/>
              <p14:nvPr/>
            </p14:nvContentPartPr>
            <p14:xfrm>
              <a:off x="7538400" y="5204160"/>
              <a:ext cx="3079080" cy="1623240"/>
            </p14:xfrm>
          </p:contentPart>
        </mc:Choice>
        <mc:Fallback xmlns="">
          <p:pic>
            <p:nvPicPr>
              <p:cNvPr id="3" name="Ink 2">
                <a:extLst>
                  <a:ext uri="{FF2B5EF4-FFF2-40B4-BE49-F238E27FC236}">
                    <a16:creationId xmlns:a16="http://schemas.microsoft.com/office/drawing/2014/main" id="{70492744-24F0-5F43-87CF-368FFD67C426}"/>
                  </a:ext>
                </a:extLst>
              </p:cNvPr>
              <p:cNvPicPr/>
              <p:nvPr/>
            </p:nvPicPr>
            <p:blipFill>
              <a:blip r:embed="rId6"/>
              <a:stretch>
                <a:fillRect/>
              </a:stretch>
            </p:blipFill>
            <p:spPr>
              <a:xfrm>
                <a:off x="7529040" y="5194800"/>
                <a:ext cx="3097800" cy="1641960"/>
              </a:xfrm>
              <a:prstGeom prst="rect">
                <a:avLst/>
              </a:prstGeom>
            </p:spPr>
          </p:pic>
        </mc:Fallback>
      </mc:AlternateContent>
    </p:spTree>
    <p:extLst>
      <p:ext uri="{BB962C8B-B14F-4D97-AF65-F5344CB8AC3E}">
        <p14:creationId xmlns:p14="http://schemas.microsoft.com/office/powerpoint/2010/main" val="37665204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3886200" cy="2246769"/>
          </a:xfrm>
          <a:prstGeom prst="rect">
            <a:avLst/>
          </a:prstGeom>
          <a:noFill/>
        </p:spPr>
        <p:txBody>
          <a:bodyPr wrap="square" rtlCol="0">
            <a:spAutoFit/>
          </a:bodyPr>
          <a:lstStyle/>
          <a:p>
            <a:r>
              <a:rPr lang="en-PH" sz="2800" dirty="0"/>
              <a:t>Find the z value that corresponds to an area of 0.9000 by looking up 0.9000 in the area portion.</a:t>
            </a:r>
          </a:p>
        </p:txBody>
      </p:sp>
      <p:pic>
        <p:nvPicPr>
          <p:cNvPr id="8" name="Content Placeholder 7">
            <a:extLst>
              <a:ext uri="{FF2B5EF4-FFF2-40B4-BE49-F238E27FC236}">
                <a16:creationId xmlns:a16="http://schemas.microsoft.com/office/drawing/2014/main" id="{A1BD362B-59E7-9A4D-8725-E3325F9B77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091187" y="3309371"/>
            <a:ext cx="6643613" cy="3296225"/>
          </a:xfr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D3803D9-CCD0-6D48-A110-9B57B3C3E8C9}"/>
                  </a:ext>
                </a:extLst>
              </p14:cNvPr>
              <p14:cNvContentPartPr/>
              <p14:nvPr/>
            </p14:nvContentPartPr>
            <p14:xfrm>
              <a:off x="10958040" y="5172120"/>
              <a:ext cx="740520" cy="357840"/>
            </p14:xfrm>
          </p:contentPart>
        </mc:Choice>
        <mc:Fallback xmlns="">
          <p:pic>
            <p:nvPicPr>
              <p:cNvPr id="3" name="Ink 2">
                <a:extLst>
                  <a:ext uri="{FF2B5EF4-FFF2-40B4-BE49-F238E27FC236}">
                    <a16:creationId xmlns:a16="http://schemas.microsoft.com/office/drawing/2014/main" id="{1D3803D9-CCD0-6D48-A110-9B57B3C3E8C9}"/>
                  </a:ext>
                </a:extLst>
              </p:cNvPr>
              <p:cNvPicPr/>
              <p:nvPr/>
            </p:nvPicPr>
            <p:blipFill>
              <a:blip r:embed="rId5"/>
              <a:stretch>
                <a:fillRect/>
              </a:stretch>
            </p:blipFill>
            <p:spPr>
              <a:xfrm>
                <a:off x="10948680" y="5162760"/>
                <a:ext cx="759240" cy="376560"/>
              </a:xfrm>
              <a:prstGeom prst="rect">
                <a:avLst/>
              </a:prstGeom>
            </p:spPr>
          </p:pic>
        </mc:Fallback>
      </mc:AlternateContent>
    </p:spTree>
    <p:extLst>
      <p:ext uri="{BB962C8B-B14F-4D97-AF65-F5344CB8AC3E}">
        <p14:creationId xmlns:p14="http://schemas.microsoft.com/office/powerpoint/2010/main" val="22406728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3886200" cy="1384995"/>
          </a:xfrm>
          <a:prstGeom prst="rect">
            <a:avLst/>
          </a:prstGeom>
          <a:noFill/>
        </p:spPr>
        <p:txBody>
          <a:bodyPr wrap="square" rtlCol="0">
            <a:spAutoFit/>
          </a:bodyPr>
          <a:lstStyle/>
          <a:p>
            <a:r>
              <a:rPr lang="en-PH" sz="2800" dirty="0"/>
              <a:t>If the specific value cannot be found, use the closest value.</a:t>
            </a:r>
          </a:p>
        </p:txBody>
      </p:sp>
      <p:pic>
        <p:nvPicPr>
          <p:cNvPr id="8" name="Content Placeholder 7">
            <a:extLst>
              <a:ext uri="{FF2B5EF4-FFF2-40B4-BE49-F238E27FC236}">
                <a16:creationId xmlns:a16="http://schemas.microsoft.com/office/drawing/2014/main" id="{A1BD362B-59E7-9A4D-8725-E3325F9B77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091187" y="3309371"/>
            <a:ext cx="6643613" cy="3296225"/>
          </a:xfrm>
        </p:spPr>
      </p:pic>
    </p:spTree>
    <p:extLst>
      <p:ext uri="{BB962C8B-B14F-4D97-AF65-F5344CB8AC3E}">
        <p14:creationId xmlns:p14="http://schemas.microsoft.com/office/powerpoint/2010/main" val="38945914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3886200" cy="1815882"/>
          </a:xfrm>
          <a:prstGeom prst="rect">
            <a:avLst/>
          </a:prstGeom>
          <a:noFill/>
        </p:spPr>
        <p:txBody>
          <a:bodyPr wrap="square" rtlCol="0">
            <a:spAutoFit/>
          </a:bodyPr>
          <a:lstStyle/>
          <a:p>
            <a:r>
              <a:rPr lang="en-PH" sz="2800" dirty="0"/>
              <a:t>If the specific value cannot be found, use the closest value.</a:t>
            </a:r>
          </a:p>
          <a:p>
            <a:r>
              <a:rPr lang="en-PH" sz="2800" dirty="0"/>
              <a:t>In this case 0.8997</a:t>
            </a:r>
          </a:p>
        </p:txBody>
      </p:sp>
      <p:pic>
        <p:nvPicPr>
          <p:cNvPr id="8" name="Content Placeholder 7">
            <a:extLst>
              <a:ext uri="{FF2B5EF4-FFF2-40B4-BE49-F238E27FC236}">
                <a16:creationId xmlns:a16="http://schemas.microsoft.com/office/drawing/2014/main" id="{A1BD362B-59E7-9A4D-8725-E3325F9B77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091187" y="3309371"/>
            <a:ext cx="6643613" cy="3296225"/>
          </a:xfrm>
        </p:spPr>
      </p:pic>
    </p:spTree>
    <p:extLst>
      <p:ext uri="{BB962C8B-B14F-4D97-AF65-F5344CB8AC3E}">
        <p14:creationId xmlns:p14="http://schemas.microsoft.com/office/powerpoint/2010/main" val="11351530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3886200" cy="2677656"/>
          </a:xfrm>
          <a:prstGeom prst="rect">
            <a:avLst/>
          </a:prstGeom>
          <a:noFill/>
        </p:spPr>
        <p:txBody>
          <a:bodyPr wrap="square" rtlCol="0">
            <a:spAutoFit/>
          </a:bodyPr>
          <a:lstStyle/>
          <a:p>
            <a:r>
              <a:rPr lang="en-PH" sz="2800" dirty="0"/>
              <a:t>If the specific value cannot be found, use the closest value.</a:t>
            </a:r>
          </a:p>
          <a:p>
            <a:r>
              <a:rPr lang="en-PH" sz="2800" dirty="0"/>
              <a:t>In this case 0.8997</a:t>
            </a:r>
          </a:p>
          <a:p>
            <a:r>
              <a:rPr lang="en-PH" sz="2800" dirty="0"/>
              <a:t>The corresponding z</a:t>
            </a:r>
          </a:p>
          <a:p>
            <a:r>
              <a:rPr lang="en-PH" sz="2800" dirty="0"/>
              <a:t>value is 1.28.</a:t>
            </a:r>
          </a:p>
        </p:txBody>
      </p:sp>
      <p:pic>
        <p:nvPicPr>
          <p:cNvPr id="8" name="Content Placeholder 7">
            <a:extLst>
              <a:ext uri="{FF2B5EF4-FFF2-40B4-BE49-F238E27FC236}">
                <a16:creationId xmlns:a16="http://schemas.microsoft.com/office/drawing/2014/main" id="{A1BD362B-59E7-9A4D-8725-E3325F9B77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091187" y="3309371"/>
            <a:ext cx="6643613" cy="3296225"/>
          </a:xfrm>
        </p:spPr>
      </p:pic>
    </p:spTree>
    <p:extLst>
      <p:ext uri="{BB962C8B-B14F-4D97-AF65-F5344CB8AC3E}">
        <p14:creationId xmlns:p14="http://schemas.microsoft.com/office/powerpoint/2010/main" val="6144160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3886200" cy="2246769"/>
          </a:xfrm>
          <a:prstGeom prst="rect">
            <a:avLst/>
          </a:prstGeom>
          <a:noFill/>
        </p:spPr>
        <p:txBody>
          <a:bodyPr wrap="square" rtlCol="0">
            <a:spAutoFit/>
          </a:bodyPr>
          <a:lstStyle/>
          <a:p>
            <a:r>
              <a:rPr lang="en-PH" sz="2800" dirty="0"/>
              <a:t>If the area falls exactly halfway between two z values, use the</a:t>
            </a:r>
          </a:p>
          <a:p>
            <a:r>
              <a:rPr lang="en-PH" sz="2800" dirty="0"/>
              <a:t>larger of the two z values.</a:t>
            </a:r>
          </a:p>
        </p:txBody>
      </p:sp>
      <p:pic>
        <p:nvPicPr>
          <p:cNvPr id="8" name="Content Placeholder 7">
            <a:extLst>
              <a:ext uri="{FF2B5EF4-FFF2-40B4-BE49-F238E27FC236}">
                <a16:creationId xmlns:a16="http://schemas.microsoft.com/office/drawing/2014/main" id="{A1BD362B-59E7-9A4D-8725-E3325F9B77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091187" y="3309371"/>
            <a:ext cx="6643613" cy="3296225"/>
          </a:xfrm>
        </p:spPr>
      </p:pic>
    </p:spTree>
    <p:extLst>
      <p:ext uri="{BB962C8B-B14F-4D97-AF65-F5344CB8AC3E}">
        <p14:creationId xmlns:p14="http://schemas.microsoft.com/office/powerpoint/2010/main" val="15966379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3886200" cy="2677656"/>
          </a:xfrm>
          <a:prstGeom prst="rect">
            <a:avLst/>
          </a:prstGeom>
          <a:noFill/>
        </p:spPr>
        <p:txBody>
          <a:bodyPr wrap="square" rtlCol="0">
            <a:spAutoFit/>
          </a:bodyPr>
          <a:lstStyle/>
          <a:p>
            <a:r>
              <a:rPr lang="en-PH" sz="2800" dirty="0"/>
              <a:t>For example, the area 0.9500 falls halfway between</a:t>
            </a:r>
          </a:p>
          <a:p>
            <a:r>
              <a:rPr lang="en-PH" sz="2800" dirty="0"/>
              <a:t>0.9495 and 0.9505. In this case use 1.65 rather than 1.64 for the z value</a:t>
            </a:r>
          </a:p>
        </p:txBody>
      </p:sp>
      <p:pic>
        <p:nvPicPr>
          <p:cNvPr id="8" name="Content Placeholder 7">
            <a:extLst>
              <a:ext uri="{FF2B5EF4-FFF2-40B4-BE49-F238E27FC236}">
                <a16:creationId xmlns:a16="http://schemas.microsoft.com/office/drawing/2014/main" id="{A1BD362B-59E7-9A4D-8725-E3325F9B77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091187" y="3309371"/>
            <a:ext cx="6643613" cy="3296225"/>
          </a:xfrm>
        </p:spPr>
      </p:pic>
    </p:spTree>
    <p:extLst>
      <p:ext uri="{BB962C8B-B14F-4D97-AF65-F5344CB8AC3E}">
        <p14:creationId xmlns:p14="http://schemas.microsoft.com/office/powerpoint/2010/main" val="14044189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pic>
        <p:nvPicPr>
          <p:cNvPr id="10" name="Picture 9">
            <a:extLst>
              <a:ext uri="{FF2B5EF4-FFF2-40B4-BE49-F238E27FC236}">
                <a16:creationId xmlns:a16="http://schemas.microsoft.com/office/drawing/2014/main" id="{3AB54DD2-A021-A94D-9570-72656891272A}"/>
              </a:ext>
            </a:extLst>
          </p:cNvPr>
          <p:cNvPicPr>
            <a:picLocks noChangeAspect="1"/>
          </p:cNvPicPr>
          <p:nvPr/>
        </p:nvPicPr>
        <p:blipFill rotWithShape="1">
          <a:blip r:embed="rId3">
            <a:extLst>
              <a:ext uri="{28A0092B-C50C-407E-A947-70E740481C1C}">
                <a14:useLocalDpi xmlns:a14="http://schemas.microsoft.com/office/drawing/2010/main" val="0"/>
              </a:ext>
            </a:extLst>
          </a:blip>
          <a:srcRect b="84440"/>
          <a:stretch/>
        </p:blipFill>
        <p:spPr>
          <a:xfrm>
            <a:off x="794137" y="3214689"/>
            <a:ext cx="7860525" cy="519111"/>
          </a:xfrm>
          <a:prstGeom prst="rect">
            <a:avLst/>
          </a:prstGeom>
        </p:spPr>
      </p:pic>
    </p:spTree>
    <p:extLst>
      <p:ext uri="{BB962C8B-B14F-4D97-AF65-F5344CB8AC3E}">
        <p14:creationId xmlns:p14="http://schemas.microsoft.com/office/powerpoint/2010/main" val="36155681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pic>
        <p:nvPicPr>
          <p:cNvPr id="10" name="Picture 9">
            <a:extLst>
              <a:ext uri="{FF2B5EF4-FFF2-40B4-BE49-F238E27FC236}">
                <a16:creationId xmlns:a16="http://schemas.microsoft.com/office/drawing/2014/main" id="{3AB54DD2-A021-A94D-9570-72656891272A}"/>
              </a:ext>
            </a:extLst>
          </p:cNvPr>
          <p:cNvPicPr>
            <a:picLocks noChangeAspect="1"/>
          </p:cNvPicPr>
          <p:nvPr/>
        </p:nvPicPr>
        <p:blipFill rotWithShape="1">
          <a:blip r:embed="rId3">
            <a:extLst>
              <a:ext uri="{28A0092B-C50C-407E-A947-70E740481C1C}">
                <a14:useLocalDpi xmlns:a14="http://schemas.microsoft.com/office/drawing/2010/main" val="0"/>
              </a:ext>
            </a:extLst>
          </a:blip>
          <a:srcRect b="57033"/>
          <a:stretch/>
        </p:blipFill>
        <p:spPr>
          <a:xfrm>
            <a:off x="794137" y="3214689"/>
            <a:ext cx="7860525" cy="1433512"/>
          </a:xfrm>
          <a:prstGeom prst="rect">
            <a:avLst/>
          </a:prstGeom>
        </p:spPr>
      </p:pic>
    </p:spTree>
    <p:extLst>
      <p:ext uri="{BB962C8B-B14F-4D97-AF65-F5344CB8AC3E}">
        <p14:creationId xmlns:p14="http://schemas.microsoft.com/office/powerpoint/2010/main" val="37066837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TextBox 1">
            <a:extLst>
              <a:ext uri="{FF2B5EF4-FFF2-40B4-BE49-F238E27FC236}">
                <a16:creationId xmlns:a16="http://schemas.microsoft.com/office/drawing/2014/main" id="{B58D4C00-D7A3-7C45-AB7B-670F4FEB44D3}"/>
              </a:ext>
            </a:extLst>
          </p:cNvPr>
          <p:cNvSpPr txBox="1"/>
          <p:nvPr/>
        </p:nvSpPr>
        <p:spPr>
          <a:xfrm>
            <a:off x="838200" y="3309371"/>
            <a:ext cx="3886200" cy="523220"/>
          </a:xfrm>
          <a:prstGeom prst="rect">
            <a:avLst/>
          </a:prstGeom>
          <a:noFill/>
        </p:spPr>
        <p:txBody>
          <a:bodyPr wrap="square" rtlCol="0">
            <a:spAutoFit/>
          </a:bodyPr>
          <a:lstStyle/>
          <a:p>
            <a:endParaRPr lang="en-PH" sz="2800" dirty="0"/>
          </a:p>
        </p:txBody>
      </p:sp>
      <p:pic>
        <p:nvPicPr>
          <p:cNvPr id="10" name="Picture 9">
            <a:extLst>
              <a:ext uri="{FF2B5EF4-FFF2-40B4-BE49-F238E27FC236}">
                <a16:creationId xmlns:a16="http://schemas.microsoft.com/office/drawing/2014/main" id="{3AB54DD2-A021-A94D-9570-7265689127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137" y="3214688"/>
            <a:ext cx="7860525" cy="3336333"/>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6098A5C-3D85-EB4B-A803-A33FA9AD398D}"/>
                  </a:ext>
                </a:extLst>
              </p14:cNvPr>
              <p14:cNvContentPartPr/>
              <p14:nvPr/>
            </p14:nvContentPartPr>
            <p14:xfrm>
              <a:off x="2358000" y="3620520"/>
              <a:ext cx="2490120" cy="3032640"/>
            </p14:xfrm>
          </p:contentPart>
        </mc:Choice>
        <mc:Fallback xmlns="">
          <p:pic>
            <p:nvPicPr>
              <p:cNvPr id="3" name="Ink 2">
                <a:extLst>
                  <a:ext uri="{FF2B5EF4-FFF2-40B4-BE49-F238E27FC236}">
                    <a16:creationId xmlns:a16="http://schemas.microsoft.com/office/drawing/2014/main" id="{E6098A5C-3D85-EB4B-A803-A33FA9AD398D}"/>
                  </a:ext>
                </a:extLst>
              </p:cNvPr>
              <p:cNvPicPr/>
              <p:nvPr/>
            </p:nvPicPr>
            <p:blipFill>
              <a:blip r:embed="rId5"/>
              <a:stretch>
                <a:fillRect/>
              </a:stretch>
            </p:blipFill>
            <p:spPr>
              <a:xfrm>
                <a:off x="2348640" y="3611160"/>
                <a:ext cx="2508840" cy="3051360"/>
              </a:xfrm>
              <a:prstGeom prst="rect">
                <a:avLst/>
              </a:prstGeom>
            </p:spPr>
          </p:pic>
        </mc:Fallback>
      </mc:AlternateContent>
    </p:spTree>
    <p:extLst>
      <p:ext uri="{BB962C8B-B14F-4D97-AF65-F5344CB8AC3E}">
        <p14:creationId xmlns:p14="http://schemas.microsoft.com/office/powerpoint/2010/main" val="18584296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515600" cy="1678760"/>
          </a:xfrm>
        </p:spPr>
        <p:txBody>
          <a:bodyPr>
            <a:noAutofit/>
          </a:bodyPr>
          <a:lstStyle/>
          <a:p>
            <a:pPr marL="0" indent="0">
              <a:buNone/>
            </a:pPr>
            <a:r>
              <a:rPr lang="en-PH" dirty="0"/>
              <a:t>To qualify for a police academy, candidates must score in the top 10% on a general abilities test. The test has a mean of 200 and a standard deviation of 20. Find the lowest possible score to qualify. Assume the test scores are normally distributed.</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Rectangle 1">
            <a:extLst>
              <a:ext uri="{FF2B5EF4-FFF2-40B4-BE49-F238E27FC236}">
                <a16:creationId xmlns:a16="http://schemas.microsoft.com/office/drawing/2014/main" id="{9F12DFAD-0C91-0342-92B3-F671D8B3B6DD}"/>
              </a:ext>
            </a:extLst>
          </p:cNvPr>
          <p:cNvSpPr/>
          <p:nvPr/>
        </p:nvSpPr>
        <p:spPr>
          <a:xfrm>
            <a:off x="875270" y="3546390"/>
            <a:ext cx="10097530" cy="954107"/>
          </a:xfrm>
          <a:prstGeom prst="rect">
            <a:avLst/>
          </a:prstGeom>
        </p:spPr>
        <p:txBody>
          <a:bodyPr wrap="square">
            <a:spAutoFit/>
          </a:bodyPr>
          <a:lstStyle/>
          <a:p>
            <a:r>
              <a:rPr lang="en-PH" sz="2800" dirty="0">
                <a:latin typeface="Calibri" panose="020F0502020204030204" pitchFamily="34" charset="0"/>
                <a:cs typeface="Calibri" panose="020F0502020204030204" pitchFamily="34" charset="0"/>
              </a:rPr>
              <a:t>A score of 226 should be used as a cutoff. Anybody scoring 226 or higher qualifies.</a:t>
            </a:r>
            <a:endParaRPr lang="en-PH" sz="2800" dirty="0">
              <a:effectLst/>
              <a:latin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E210EAA-7330-CD40-99F3-DE518E67CC57}"/>
                  </a:ext>
                </a:extLst>
              </p14:cNvPr>
              <p14:cNvContentPartPr/>
              <p14:nvPr/>
            </p14:nvContentPartPr>
            <p14:xfrm>
              <a:off x="3369240" y="3567600"/>
              <a:ext cx="360" cy="360"/>
            </p14:xfrm>
          </p:contentPart>
        </mc:Choice>
        <mc:Fallback xmlns="">
          <p:pic>
            <p:nvPicPr>
              <p:cNvPr id="3" name="Ink 2">
                <a:extLst>
                  <a:ext uri="{FF2B5EF4-FFF2-40B4-BE49-F238E27FC236}">
                    <a16:creationId xmlns:a16="http://schemas.microsoft.com/office/drawing/2014/main" id="{3E210EAA-7330-CD40-99F3-DE518E67CC57}"/>
                  </a:ext>
                </a:extLst>
              </p:cNvPr>
              <p:cNvPicPr/>
              <p:nvPr/>
            </p:nvPicPr>
            <p:blipFill>
              <a:blip r:embed="rId4"/>
              <a:stretch>
                <a:fillRect/>
              </a:stretch>
            </p:blipFill>
            <p:spPr>
              <a:xfrm>
                <a:off x="3359880" y="3558240"/>
                <a:ext cx="19080" cy="19080"/>
              </a:xfrm>
              <a:prstGeom prst="rect">
                <a:avLst/>
              </a:prstGeom>
            </p:spPr>
          </p:pic>
        </mc:Fallback>
      </mc:AlternateContent>
    </p:spTree>
    <p:extLst>
      <p:ext uri="{BB962C8B-B14F-4D97-AF65-F5344CB8AC3E}">
        <p14:creationId xmlns:p14="http://schemas.microsoft.com/office/powerpoint/2010/main" val="20999940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Content Placeholder 4">
            <a:extLst>
              <a:ext uri="{FF2B5EF4-FFF2-40B4-BE49-F238E27FC236}">
                <a16:creationId xmlns:a16="http://schemas.microsoft.com/office/drawing/2014/main" id="{0701A888-0395-7D44-9E65-8099AC8A4A25}"/>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b="76861"/>
          <a:stretch/>
        </p:blipFill>
        <p:spPr>
          <a:xfrm>
            <a:off x="314307" y="1701574"/>
            <a:ext cx="11563386" cy="965426"/>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3C3D04E-D52E-6748-A62F-D129FCDFA876}"/>
                  </a:ext>
                </a:extLst>
              </p14:cNvPr>
              <p14:cNvContentPartPr/>
              <p14:nvPr/>
            </p14:nvContentPartPr>
            <p14:xfrm>
              <a:off x="9629280" y="1847160"/>
              <a:ext cx="2121840" cy="509760"/>
            </p14:xfrm>
          </p:contentPart>
        </mc:Choice>
        <mc:Fallback xmlns="">
          <p:pic>
            <p:nvPicPr>
              <p:cNvPr id="2" name="Ink 1">
                <a:extLst>
                  <a:ext uri="{FF2B5EF4-FFF2-40B4-BE49-F238E27FC236}">
                    <a16:creationId xmlns:a16="http://schemas.microsoft.com/office/drawing/2014/main" id="{03C3D04E-D52E-6748-A62F-D129FCDFA876}"/>
                  </a:ext>
                </a:extLst>
              </p:cNvPr>
              <p:cNvPicPr/>
              <p:nvPr/>
            </p:nvPicPr>
            <p:blipFill>
              <a:blip r:embed="rId5"/>
              <a:stretch>
                <a:fillRect/>
              </a:stretch>
            </p:blipFill>
            <p:spPr>
              <a:xfrm>
                <a:off x="9619920" y="1837800"/>
                <a:ext cx="2140560" cy="528480"/>
              </a:xfrm>
              <a:prstGeom prst="rect">
                <a:avLst/>
              </a:prstGeom>
            </p:spPr>
          </p:pic>
        </mc:Fallback>
      </mc:AlternateContent>
    </p:spTree>
    <p:extLst>
      <p:ext uri="{BB962C8B-B14F-4D97-AF65-F5344CB8AC3E}">
        <p14:creationId xmlns:p14="http://schemas.microsoft.com/office/powerpoint/2010/main" val="208590264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Content Placeholder 4">
            <a:extLst>
              <a:ext uri="{FF2B5EF4-FFF2-40B4-BE49-F238E27FC236}">
                <a16:creationId xmlns:a16="http://schemas.microsoft.com/office/drawing/2014/main" id="{0701A888-0395-7D44-9E65-8099AC8A4A25}"/>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b="42162"/>
          <a:stretch/>
        </p:blipFill>
        <p:spPr>
          <a:xfrm>
            <a:off x="314307" y="1701574"/>
            <a:ext cx="11563386" cy="2413226"/>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7A0B145-9DF1-484E-AA82-E07D6425CB4C}"/>
                  </a:ext>
                </a:extLst>
              </p14:cNvPr>
              <p14:cNvContentPartPr/>
              <p14:nvPr/>
            </p14:nvContentPartPr>
            <p14:xfrm>
              <a:off x="1243080" y="2655720"/>
              <a:ext cx="1922760" cy="873720"/>
            </p14:xfrm>
          </p:contentPart>
        </mc:Choice>
        <mc:Fallback xmlns="">
          <p:pic>
            <p:nvPicPr>
              <p:cNvPr id="2" name="Ink 1">
                <a:extLst>
                  <a:ext uri="{FF2B5EF4-FFF2-40B4-BE49-F238E27FC236}">
                    <a16:creationId xmlns:a16="http://schemas.microsoft.com/office/drawing/2014/main" id="{47A0B145-9DF1-484E-AA82-E07D6425CB4C}"/>
                  </a:ext>
                </a:extLst>
              </p:cNvPr>
              <p:cNvPicPr/>
              <p:nvPr/>
            </p:nvPicPr>
            <p:blipFill>
              <a:blip r:embed="rId5"/>
              <a:stretch>
                <a:fillRect/>
              </a:stretch>
            </p:blipFill>
            <p:spPr>
              <a:xfrm>
                <a:off x="1233720" y="2646360"/>
                <a:ext cx="1941480" cy="892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DA6D8E27-B128-5643-B19C-3E61A5498A74}"/>
                  </a:ext>
                </a:extLst>
              </p14:cNvPr>
              <p14:cNvContentPartPr/>
              <p14:nvPr/>
            </p14:nvContentPartPr>
            <p14:xfrm>
              <a:off x="984960" y="2748600"/>
              <a:ext cx="3170880" cy="819360"/>
            </p14:xfrm>
          </p:contentPart>
        </mc:Choice>
        <mc:Fallback xmlns="">
          <p:pic>
            <p:nvPicPr>
              <p:cNvPr id="3" name="Ink 2">
                <a:extLst>
                  <a:ext uri="{FF2B5EF4-FFF2-40B4-BE49-F238E27FC236}">
                    <a16:creationId xmlns:a16="http://schemas.microsoft.com/office/drawing/2014/main" id="{DA6D8E27-B128-5643-B19C-3E61A5498A74}"/>
                  </a:ext>
                </a:extLst>
              </p:cNvPr>
              <p:cNvPicPr/>
              <p:nvPr/>
            </p:nvPicPr>
            <p:blipFill>
              <a:blip r:embed="rId7"/>
              <a:stretch>
                <a:fillRect/>
              </a:stretch>
            </p:blipFill>
            <p:spPr>
              <a:xfrm>
                <a:off x="975600" y="2739240"/>
                <a:ext cx="3189600" cy="838080"/>
              </a:xfrm>
              <a:prstGeom prst="rect">
                <a:avLst/>
              </a:prstGeom>
            </p:spPr>
          </p:pic>
        </mc:Fallback>
      </mc:AlternateContent>
    </p:spTree>
    <p:extLst>
      <p:ext uri="{BB962C8B-B14F-4D97-AF65-F5344CB8AC3E}">
        <p14:creationId xmlns:p14="http://schemas.microsoft.com/office/powerpoint/2010/main" val="293791875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Content Placeholder 4">
            <a:extLst>
              <a:ext uri="{FF2B5EF4-FFF2-40B4-BE49-F238E27FC236}">
                <a16:creationId xmlns:a16="http://schemas.microsoft.com/office/drawing/2014/main" id="{0701A888-0395-7D44-9E65-8099AC8A4A2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314307" y="1701574"/>
            <a:ext cx="11563386" cy="4172356"/>
          </a:xfrm>
        </p:spPr>
      </p:pic>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706A7F6-8D8E-EA43-93E0-C8DC3FAB12CF}"/>
                  </a:ext>
                </a:extLst>
              </p14:cNvPr>
              <p14:cNvContentPartPr/>
              <p14:nvPr/>
            </p14:nvContentPartPr>
            <p14:xfrm>
              <a:off x="2468160" y="5288400"/>
              <a:ext cx="2026800" cy="602640"/>
            </p14:xfrm>
          </p:contentPart>
        </mc:Choice>
        <mc:Fallback xmlns="">
          <p:pic>
            <p:nvPicPr>
              <p:cNvPr id="2" name="Ink 1">
                <a:extLst>
                  <a:ext uri="{FF2B5EF4-FFF2-40B4-BE49-F238E27FC236}">
                    <a16:creationId xmlns:a16="http://schemas.microsoft.com/office/drawing/2014/main" id="{B706A7F6-8D8E-EA43-93E0-C8DC3FAB12CF}"/>
                  </a:ext>
                </a:extLst>
              </p:cNvPr>
              <p:cNvPicPr/>
              <p:nvPr/>
            </p:nvPicPr>
            <p:blipFill>
              <a:blip r:embed="rId5"/>
              <a:stretch>
                <a:fillRect/>
              </a:stretch>
            </p:blipFill>
            <p:spPr>
              <a:xfrm>
                <a:off x="2458800" y="5279040"/>
                <a:ext cx="2045520" cy="621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233B6DE8-E843-C548-9760-FBAEDE84649B}"/>
                  </a:ext>
                </a:extLst>
              </p14:cNvPr>
              <p14:cNvContentPartPr/>
              <p14:nvPr/>
            </p14:nvContentPartPr>
            <p14:xfrm>
              <a:off x="3081240" y="5291280"/>
              <a:ext cx="703080" cy="430920"/>
            </p14:xfrm>
          </p:contentPart>
        </mc:Choice>
        <mc:Fallback xmlns="">
          <p:pic>
            <p:nvPicPr>
              <p:cNvPr id="3" name="Ink 2">
                <a:extLst>
                  <a:ext uri="{FF2B5EF4-FFF2-40B4-BE49-F238E27FC236}">
                    <a16:creationId xmlns:a16="http://schemas.microsoft.com/office/drawing/2014/main" id="{233B6DE8-E843-C548-9760-FBAEDE84649B}"/>
                  </a:ext>
                </a:extLst>
              </p:cNvPr>
              <p:cNvPicPr/>
              <p:nvPr/>
            </p:nvPicPr>
            <p:blipFill>
              <a:blip r:embed="rId7"/>
              <a:stretch>
                <a:fillRect/>
              </a:stretch>
            </p:blipFill>
            <p:spPr>
              <a:xfrm>
                <a:off x="3071880" y="5281920"/>
                <a:ext cx="721800" cy="449640"/>
              </a:xfrm>
              <a:prstGeom prst="rect">
                <a:avLst/>
              </a:prstGeom>
            </p:spPr>
          </p:pic>
        </mc:Fallback>
      </mc:AlternateContent>
    </p:spTree>
    <p:extLst>
      <p:ext uri="{BB962C8B-B14F-4D97-AF65-F5344CB8AC3E}">
        <p14:creationId xmlns:p14="http://schemas.microsoft.com/office/powerpoint/2010/main" val="33875218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7" name="Content Placeholder 6">
            <a:extLst>
              <a:ext uri="{FF2B5EF4-FFF2-40B4-BE49-F238E27FC236}">
                <a16:creationId xmlns:a16="http://schemas.microsoft.com/office/drawing/2014/main" id="{A51389B4-B924-F542-A198-37B7573A436F}"/>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199" y="2047102"/>
            <a:ext cx="10851865" cy="1904999"/>
          </a:xfrm>
        </p:spPr>
      </p:pic>
    </p:spTree>
    <p:extLst>
      <p:ext uri="{BB962C8B-B14F-4D97-AF65-F5344CB8AC3E}">
        <p14:creationId xmlns:p14="http://schemas.microsoft.com/office/powerpoint/2010/main" val="31438530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Tree>
    <p:extLst>
      <p:ext uri="{BB962C8B-B14F-4D97-AF65-F5344CB8AC3E}">
        <p14:creationId xmlns:p14="http://schemas.microsoft.com/office/powerpoint/2010/main" val="256529637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Rectangle 1">
            <a:extLst>
              <a:ext uri="{FF2B5EF4-FFF2-40B4-BE49-F238E27FC236}">
                <a16:creationId xmlns:a16="http://schemas.microsoft.com/office/drawing/2014/main" id="{9F12DFAD-0C91-0342-92B3-F671D8B3B6DD}"/>
              </a:ext>
            </a:extLst>
          </p:cNvPr>
          <p:cNvSpPr/>
          <p:nvPr/>
        </p:nvSpPr>
        <p:spPr>
          <a:xfrm>
            <a:off x="875270" y="3546390"/>
            <a:ext cx="5601730" cy="1384995"/>
          </a:xfrm>
          <a:prstGeom prst="rect">
            <a:avLst/>
          </a:prstGeom>
        </p:spPr>
        <p:txBody>
          <a:bodyPr wrap="square">
            <a:spAutoFit/>
          </a:bodyPr>
          <a:lstStyle/>
          <a:p>
            <a:r>
              <a:rPr lang="en-PH" sz="2800" dirty="0">
                <a:latin typeface="Calibri" panose="020F0502020204030204" pitchFamily="34" charset="0"/>
                <a:cs typeface="Calibri" panose="020F0502020204030204" pitchFamily="34" charset="0"/>
              </a:rPr>
              <a:t>Assume that blood pressure readings are normally distributed; then cutoff points are as shown</a:t>
            </a:r>
          </a:p>
        </p:txBody>
      </p:sp>
    </p:spTree>
    <p:extLst>
      <p:ext uri="{BB962C8B-B14F-4D97-AF65-F5344CB8AC3E}">
        <p14:creationId xmlns:p14="http://schemas.microsoft.com/office/powerpoint/2010/main" val="384564191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Picture 4">
            <a:extLst>
              <a:ext uri="{FF2B5EF4-FFF2-40B4-BE49-F238E27FC236}">
                <a16:creationId xmlns:a16="http://schemas.microsoft.com/office/drawing/2014/main" id="{E3B507AB-DDB2-1444-8978-7E5A79DC5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260" y="3311609"/>
            <a:ext cx="7075469" cy="3366000"/>
          </a:xfrm>
          <a:prstGeom prst="rect">
            <a:avLst/>
          </a:prstGeo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3303A60-C2CF-AC47-84FD-79DDC21DF6E9}"/>
                  </a:ext>
                </a:extLst>
              </p14:cNvPr>
              <p14:cNvContentPartPr/>
              <p14:nvPr/>
            </p14:nvContentPartPr>
            <p14:xfrm>
              <a:off x="6985800" y="6190200"/>
              <a:ext cx="2588400" cy="570240"/>
            </p14:xfrm>
          </p:contentPart>
        </mc:Choice>
        <mc:Fallback xmlns="">
          <p:pic>
            <p:nvPicPr>
              <p:cNvPr id="2" name="Ink 1">
                <a:extLst>
                  <a:ext uri="{FF2B5EF4-FFF2-40B4-BE49-F238E27FC236}">
                    <a16:creationId xmlns:a16="http://schemas.microsoft.com/office/drawing/2014/main" id="{13303A60-C2CF-AC47-84FD-79DDC21DF6E9}"/>
                  </a:ext>
                </a:extLst>
              </p:cNvPr>
              <p:cNvPicPr/>
              <p:nvPr/>
            </p:nvPicPr>
            <p:blipFill>
              <a:blip r:embed="rId5"/>
              <a:stretch>
                <a:fillRect/>
              </a:stretch>
            </p:blipFill>
            <p:spPr>
              <a:xfrm>
                <a:off x="6976440" y="6180840"/>
                <a:ext cx="2607120" cy="588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3A3B4ED9-6F6B-1047-8D11-29D52D2DFB95}"/>
                  </a:ext>
                </a:extLst>
              </p14:cNvPr>
              <p14:cNvContentPartPr/>
              <p14:nvPr/>
            </p14:nvContentPartPr>
            <p14:xfrm>
              <a:off x="7332480" y="3552480"/>
              <a:ext cx="1802520" cy="2147760"/>
            </p14:xfrm>
          </p:contentPart>
        </mc:Choice>
        <mc:Fallback xmlns="">
          <p:pic>
            <p:nvPicPr>
              <p:cNvPr id="3" name="Ink 2">
                <a:extLst>
                  <a:ext uri="{FF2B5EF4-FFF2-40B4-BE49-F238E27FC236}">
                    <a16:creationId xmlns:a16="http://schemas.microsoft.com/office/drawing/2014/main" id="{3A3B4ED9-6F6B-1047-8D11-29D52D2DFB95}"/>
                  </a:ext>
                </a:extLst>
              </p:cNvPr>
              <p:cNvPicPr/>
              <p:nvPr/>
            </p:nvPicPr>
            <p:blipFill>
              <a:blip r:embed="rId7"/>
              <a:stretch>
                <a:fillRect/>
              </a:stretch>
            </p:blipFill>
            <p:spPr>
              <a:xfrm>
                <a:off x="7323120" y="3543120"/>
                <a:ext cx="1821240" cy="2166480"/>
              </a:xfrm>
              <a:prstGeom prst="rect">
                <a:avLst/>
              </a:prstGeom>
            </p:spPr>
          </p:pic>
        </mc:Fallback>
      </mc:AlternateContent>
    </p:spTree>
    <p:extLst>
      <p:ext uri="{BB962C8B-B14F-4D97-AF65-F5344CB8AC3E}">
        <p14:creationId xmlns:p14="http://schemas.microsoft.com/office/powerpoint/2010/main" val="39781748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Picture 4">
            <a:extLst>
              <a:ext uri="{FF2B5EF4-FFF2-40B4-BE49-F238E27FC236}">
                <a16:creationId xmlns:a16="http://schemas.microsoft.com/office/drawing/2014/main" id="{E3B507AB-DDB2-1444-8978-7E5A79DC5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260" y="3311609"/>
            <a:ext cx="7075469" cy="3366000"/>
          </a:xfrm>
          <a:prstGeom prst="rect">
            <a:avLst/>
          </a:prstGeo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Rectangle 1">
            <a:extLst>
              <a:ext uri="{FF2B5EF4-FFF2-40B4-BE49-F238E27FC236}">
                <a16:creationId xmlns:a16="http://schemas.microsoft.com/office/drawing/2014/main" id="{9F12DFAD-0C91-0342-92B3-F671D8B3B6DD}"/>
              </a:ext>
            </a:extLst>
          </p:cNvPr>
          <p:cNvSpPr/>
          <p:nvPr/>
        </p:nvSpPr>
        <p:spPr>
          <a:xfrm>
            <a:off x="875270" y="3546390"/>
            <a:ext cx="5601730" cy="1384995"/>
          </a:xfrm>
          <a:prstGeom prst="rect">
            <a:avLst/>
          </a:prstGeom>
        </p:spPr>
        <p:txBody>
          <a:bodyPr wrap="square">
            <a:spAutoFit/>
          </a:bodyPr>
          <a:lstStyle/>
          <a:p>
            <a:r>
              <a:rPr lang="en-PH" sz="2800" dirty="0"/>
              <a:t>Shows that two values are needed, one above the mean and one below the mean. </a:t>
            </a:r>
          </a:p>
        </p:txBody>
      </p:sp>
    </p:spTree>
    <p:extLst>
      <p:ext uri="{BB962C8B-B14F-4D97-AF65-F5344CB8AC3E}">
        <p14:creationId xmlns:p14="http://schemas.microsoft.com/office/powerpoint/2010/main" val="353311952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Picture 4">
            <a:extLst>
              <a:ext uri="{FF2B5EF4-FFF2-40B4-BE49-F238E27FC236}">
                <a16:creationId xmlns:a16="http://schemas.microsoft.com/office/drawing/2014/main" id="{E3B507AB-DDB2-1444-8978-7E5A79DC5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260" y="3311609"/>
            <a:ext cx="7075469" cy="3366000"/>
          </a:xfrm>
          <a:prstGeom prst="rect">
            <a:avLst/>
          </a:prstGeo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Rectangle 1">
            <a:extLst>
              <a:ext uri="{FF2B5EF4-FFF2-40B4-BE49-F238E27FC236}">
                <a16:creationId xmlns:a16="http://schemas.microsoft.com/office/drawing/2014/main" id="{9F12DFAD-0C91-0342-92B3-F671D8B3B6DD}"/>
              </a:ext>
            </a:extLst>
          </p:cNvPr>
          <p:cNvSpPr/>
          <p:nvPr/>
        </p:nvSpPr>
        <p:spPr>
          <a:xfrm>
            <a:off x="875270" y="3546390"/>
            <a:ext cx="5601730" cy="1815882"/>
          </a:xfrm>
          <a:prstGeom prst="rect">
            <a:avLst/>
          </a:prstGeom>
        </p:spPr>
        <p:txBody>
          <a:bodyPr wrap="square">
            <a:spAutoFit/>
          </a:bodyPr>
          <a:lstStyle/>
          <a:p>
            <a:r>
              <a:rPr lang="en-PH" sz="2800" dirty="0"/>
              <a:t>To get the area to the left of the positive z value, add 0.5000+0.3000= </a:t>
            </a:r>
          </a:p>
          <a:p>
            <a:r>
              <a:rPr lang="en-PH" sz="2800" dirty="0"/>
              <a:t>0.8000 (30%=0.3000). The z value closest to 0.8000 is 0.84</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22DF351-D5DE-7F4B-A7CE-EA4A277F005B}"/>
                  </a:ext>
                </a:extLst>
              </p14:cNvPr>
              <p14:cNvContentPartPr/>
              <p14:nvPr/>
            </p14:nvContentPartPr>
            <p14:xfrm>
              <a:off x="6876720" y="3326400"/>
              <a:ext cx="4357440" cy="3514680"/>
            </p14:xfrm>
          </p:contentPart>
        </mc:Choice>
        <mc:Fallback xmlns="">
          <p:pic>
            <p:nvPicPr>
              <p:cNvPr id="3" name="Ink 2">
                <a:extLst>
                  <a:ext uri="{FF2B5EF4-FFF2-40B4-BE49-F238E27FC236}">
                    <a16:creationId xmlns:a16="http://schemas.microsoft.com/office/drawing/2014/main" id="{022DF351-D5DE-7F4B-A7CE-EA4A277F005B}"/>
                  </a:ext>
                </a:extLst>
              </p:cNvPr>
              <p:cNvPicPr/>
              <p:nvPr/>
            </p:nvPicPr>
            <p:blipFill>
              <a:blip r:embed="rId5"/>
              <a:stretch>
                <a:fillRect/>
              </a:stretch>
            </p:blipFill>
            <p:spPr>
              <a:xfrm>
                <a:off x="6867360" y="3317040"/>
                <a:ext cx="4376160" cy="3533400"/>
              </a:xfrm>
              <a:prstGeom prst="rect">
                <a:avLst/>
              </a:prstGeom>
            </p:spPr>
          </p:pic>
        </mc:Fallback>
      </mc:AlternateContent>
    </p:spTree>
    <p:extLst>
      <p:ext uri="{BB962C8B-B14F-4D97-AF65-F5344CB8AC3E}">
        <p14:creationId xmlns:p14="http://schemas.microsoft.com/office/powerpoint/2010/main" val="8481206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Picture 4">
            <a:extLst>
              <a:ext uri="{FF2B5EF4-FFF2-40B4-BE49-F238E27FC236}">
                <a16:creationId xmlns:a16="http://schemas.microsoft.com/office/drawing/2014/main" id="{E3B507AB-DDB2-1444-8978-7E5A79DC5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260" y="3311609"/>
            <a:ext cx="7075469" cy="3366000"/>
          </a:xfrm>
          <a:prstGeom prst="rect">
            <a:avLst/>
          </a:prstGeo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pic>
        <p:nvPicPr>
          <p:cNvPr id="7" name="Picture 6">
            <a:extLst>
              <a:ext uri="{FF2B5EF4-FFF2-40B4-BE49-F238E27FC236}">
                <a16:creationId xmlns:a16="http://schemas.microsoft.com/office/drawing/2014/main" id="{624DB9D0-ADAB-2E44-AD5C-9CC8B2B930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3461657"/>
            <a:ext cx="6629400" cy="596646"/>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49C2C831-873C-CE49-B3F3-D03E34D3534C}"/>
                  </a:ext>
                </a:extLst>
              </p14:cNvPr>
              <p14:cNvContentPartPr/>
              <p14:nvPr/>
            </p14:nvContentPartPr>
            <p14:xfrm>
              <a:off x="8697600" y="6114960"/>
              <a:ext cx="813240" cy="648360"/>
            </p14:xfrm>
          </p:contentPart>
        </mc:Choice>
        <mc:Fallback xmlns="">
          <p:pic>
            <p:nvPicPr>
              <p:cNvPr id="2" name="Ink 1">
                <a:extLst>
                  <a:ext uri="{FF2B5EF4-FFF2-40B4-BE49-F238E27FC236}">
                    <a16:creationId xmlns:a16="http://schemas.microsoft.com/office/drawing/2014/main" id="{49C2C831-873C-CE49-B3F3-D03E34D3534C}"/>
                  </a:ext>
                </a:extLst>
              </p:cNvPr>
              <p:cNvPicPr/>
              <p:nvPr/>
            </p:nvPicPr>
            <p:blipFill>
              <a:blip r:embed="rId6"/>
              <a:stretch>
                <a:fillRect/>
              </a:stretch>
            </p:blipFill>
            <p:spPr>
              <a:xfrm>
                <a:off x="8688240" y="6105600"/>
                <a:ext cx="831960" cy="667080"/>
              </a:xfrm>
              <a:prstGeom prst="rect">
                <a:avLst/>
              </a:prstGeom>
            </p:spPr>
          </p:pic>
        </mc:Fallback>
      </mc:AlternateContent>
    </p:spTree>
    <p:extLst>
      <p:ext uri="{BB962C8B-B14F-4D97-AF65-F5344CB8AC3E}">
        <p14:creationId xmlns:p14="http://schemas.microsoft.com/office/powerpoint/2010/main" val="29408807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Picture 4">
            <a:extLst>
              <a:ext uri="{FF2B5EF4-FFF2-40B4-BE49-F238E27FC236}">
                <a16:creationId xmlns:a16="http://schemas.microsoft.com/office/drawing/2014/main" id="{E3B507AB-DDB2-1444-8978-7E5A79DC5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260" y="3311609"/>
            <a:ext cx="7075469" cy="3366000"/>
          </a:xfrm>
          <a:prstGeom prst="rect">
            <a:avLst/>
          </a:prstGeo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sp>
        <p:nvSpPr>
          <p:cNvPr id="2" name="Rectangle 1">
            <a:extLst>
              <a:ext uri="{FF2B5EF4-FFF2-40B4-BE49-F238E27FC236}">
                <a16:creationId xmlns:a16="http://schemas.microsoft.com/office/drawing/2014/main" id="{9F12DFAD-0C91-0342-92B3-F671D8B3B6DD}"/>
              </a:ext>
            </a:extLst>
          </p:cNvPr>
          <p:cNvSpPr/>
          <p:nvPr/>
        </p:nvSpPr>
        <p:spPr>
          <a:xfrm>
            <a:off x="875270" y="3546390"/>
            <a:ext cx="5601730" cy="1384995"/>
          </a:xfrm>
          <a:prstGeom prst="rect">
            <a:avLst/>
          </a:prstGeom>
        </p:spPr>
        <p:txBody>
          <a:bodyPr wrap="square">
            <a:spAutoFit/>
          </a:bodyPr>
          <a:lstStyle/>
          <a:p>
            <a:r>
              <a:rPr lang="en-PH" sz="2800" dirty="0"/>
              <a:t>The area to the left of the negative z value is 20%, or 2.000. The area closest to 0.2000 is 0.84.</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AC41E45-AA76-3448-835A-E1B61B54D873}"/>
                  </a:ext>
                </a:extLst>
              </p14:cNvPr>
              <p14:cNvContentPartPr/>
              <p14:nvPr/>
            </p14:nvContentPartPr>
            <p14:xfrm>
              <a:off x="4954320" y="5394600"/>
              <a:ext cx="4503240" cy="1310760"/>
            </p14:xfrm>
          </p:contentPart>
        </mc:Choice>
        <mc:Fallback xmlns="">
          <p:pic>
            <p:nvPicPr>
              <p:cNvPr id="3" name="Ink 2">
                <a:extLst>
                  <a:ext uri="{FF2B5EF4-FFF2-40B4-BE49-F238E27FC236}">
                    <a16:creationId xmlns:a16="http://schemas.microsoft.com/office/drawing/2014/main" id="{6AC41E45-AA76-3448-835A-E1B61B54D873}"/>
                  </a:ext>
                </a:extLst>
              </p:cNvPr>
              <p:cNvPicPr/>
              <p:nvPr/>
            </p:nvPicPr>
            <p:blipFill>
              <a:blip r:embed="rId5"/>
              <a:stretch>
                <a:fillRect/>
              </a:stretch>
            </p:blipFill>
            <p:spPr>
              <a:xfrm>
                <a:off x="4944960" y="5385240"/>
                <a:ext cx="4521960" cy="1329480"/>
              </a:xfrm>
              <a:prstGeom prst="rect">
                <a:avLst/>
              </a:prstGeom>
            </p:spPr>
          </p:pic>
        </mc:Fallback>
      </mc:AlternateContent>
    </p:spTree>
    <p:extLst>
      <p:ext uri="{BB962C8B-B14F-4D97-AF65-F5344CB8AC3E}">
        <p14:creationId xmlns:p14="http://schemas.microsoft.com/office/powerpoint/2010/main" val="61291245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Picture 4">
            <a:extLst>
              <a:ext uri="{FF2B5EF4-FFF2-40B4-BE49-F238E27FC236}">
                <a16:creationId xmlns:a16="http://schemas.microsoft.com/office/drawing/2014/main" id="{E3B507AB-DDB2-1444-8978-7E5A79DC5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260" y="3311609"/>
            <a:ext cx="7075469" cy="3366000"/>
          </a:xfrm>
          <a:prstGeom prst="rect">
            <a:avLst/>
          </a:prstGeo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p:pic>
        <p:nvPicPr>
          <p:cNvPr id="7" name="Picture 6">
            <a:extLst>
              <a:ext uri="{FF2B5EF4-FFF2-40B4-BE49-F238E27FC236}">
                <a16:creationId xmlns:a16="http://schemas.microsoft.com/office/drawing/2014/main" id="{8BF1ACB1-C819-144A-AE6E-1A2DFA515C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3635830"/>
            <a:ext cx="5257800" cy="577780"/>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CD023749-2D1F-8343-BD71-B63919092C8D}"/>
                  </a:ext>
                </a:extLst>
              </p14:cNvPr>
              <p14:cNvContentPartPr/>
              <p14:nvPr/>
            </p14:nvContentPartPr>
            <p14:xfrm>
              <a:off x="6787800" y="6164280"/>
              <a:ext cx="2768760" cy="601560"/>
            </p14:xfrm>
          </p:contentPart>
        </mc:Choice>
        <mc:Fallback xmlns="">
          <p:pic>
            <p:nvPicPr>
              <p:cNvPr id="2" name="Ink 1">
                <a:extLst>
                  <a:ext uri="{FF2B5EF4-FFF2-40B4-BE49-F238E27FC236}">
                    <a16:creationId xmlns:a16="http://schemas.microsoft.com/office/drawing/2014/main" id="{CD023749-2D1F-8343-BD71-B63919092C8D}"/>
                  </a:ext>
                </a:extLst>
              </p:cNvPr>
              <p:cNvPicPr/>
              <p:nvPr/>
            </p:nvPicPr>
            <p:blipFill>
              <a:blip r:embed="rId6"/>
              <a:stretch>
                <a:fillRect/>
              </a:stretch>
            </p:blipFill>
            <p:spPr>
              <a:xfrm>
                <a:off x="6778440" y="6154920"/>
                <a:ext cx="2787480" cy="620280"/>
              </a:xfrm>
              <a:prstGeom prst="rect">
                <a:avLst/>
              </a:prstGeom>
            </p:spPr>
          </p:pic>
        </mc:Fallback>
      </mc:AlternateContent>
    </p:spTree>
    <p:extLst>
      <p:ext uri="{BB962C8B-B14F-4D97-AF65-F5344CB8AC3E}">
        <p14:creationId xmlns:p14="http://schemas.microsoft.com/office/powerpoint/2010/main" val="24249165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681223-9053-B240-AC76-A8A8CB511802}"/>
              </a:ext>
            </a:extLst>
          </p:cNvPr>
          <p:cNvSpPr>
            <a:spLocks noGrp="1"/>
          </p:cNvSpPr>
          <p:nvPr>
            <p:ph type="title"/>
          </p:nvPr>
        </p:nvSpPr>
        <p:spPr/>
        <p:txBody>
          <a:bodyPr/>
          <a:lstStyle/>
          <a:p>
            <a:r>
              <a:rPr lang="en-US" dirty="0"/>
              <a:t>Applications of Normal Distribution</a:t>
            </a:r>
          </a:p>
        </p:txBody>
      </p:sp>
      <p:pic>
        <p:nvPicPr>
          <p:cNvPr id="5" name="Picture 4">
            <a:extLst>
              <a:ext uri="{FF2B5EF4-FFF2-40B4-BE49-F238E27FC236}">
                <a16:creationId xmlns:a16="http://schemas.microsoft.com/office/drawing/2014/main" id="{E3B507AB-DDB2-1444-8978-7E5A79DC5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260" y="3311609"/>
            <a:ext cx="7075469" cy="3366000"/>
          </a:xfrm>
          <a:prstGeom prst="rect">
            <a:avLst/>
          </a:prstGeom>
        </p:spPr>
      </p:pic>
      <p:sp>
        <p:nvSpPr>
          <p:cNvPr id="6" name="Content Placeholder 5">
            <a:extLst>
              <a:ext uri="{FF2B5EF4-FFF2-40B4-BE49-F238E27FC236}">
                <a16:creationId xmlns:a16="http://schemas.microsoft.com/office/drawing/2014/main" id="{BAACFB65-A65D-054F-B56B-239EF4D5F8D7}"/>
              </a:ext>
            </a:extLst>
          </p:cNvPr>
          <p:cNvSpPr>
            <a:spLocks noGrp="1"/>
          </p:cNvSpPr>
          <p:nvPr>
            <p:ph sz="half" idx="1"/>
          </p:nvPr>
        </p:nvSpPr>
        <p:spPr>
          <a:xfrm>
            <a:off x="838200" y="1597840"/>
            <a:ext cx="10668000" cy="1678760"/>
          </a:xfrm>
        </p:spPr>
        <p:txBody>
          <a:bodyPr>
            <a:noAutofit/>
          </a:bodyPr>
          <a:lstStyle/>
          <a:p>
            <a:pPr marL="0" indent="0">
              <a:buNone/>
            </a:pPr>
            <a:r>
              <a:rPr lang="en-PH" dirty="0"/>
              <a:t>For a medical study, a researcher wishes to select people in the middle 60% of the population based on blood pressure. If the mean systolic blood pressure is 120 and the standard deviation is 8, find the upper and lower readings that would qualify people to participate in the study.</a:t>
            </a:r>
          </a:p>
        </p:txBody>
      </p:sp>
      <p:sp>
        <p:nvSpPr>
          <p:cNvPr id="9" name="Content Placeholder 5">
            <a:extLst>
              <a:ext uri="{FF2B5EF4-FFF2-40B4-BE49-F238E27FC236}">
                <a16:creationId xmlns:a16="http://schemas.microsoft.com/office/drawing/2014/main" id="{F6C2631F-9A13-DE44-9142-3A28647C90E3}"/>
              </a:ext>
            </a:extLst>
          </p:cNvPr>
          <p:cNvSpPr txBox="1">
            <a:spLocks/>
          </p:cNvSpPr>
          <p:nvPr/>
        </p:nvSpPr>
        <p:spPr>
          <a:xfrm>
            <a:off x="849086" y="4800600"/>
            <a:ext cx="6237514" cy="1905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PH" dirty="0"/>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F12DFAD-0C91-0342-92B3-F671D8B3B6DD}"/>
                  </a:ext>
                </a:extLst>
              </p:cNvPr>
              <p:cNvSpPr/>
              <p:nvPr/>
            </p:nvSpPr>
            <p:spPr>
              <a:xfrm>
                <a:off x="875270" y="3546390"/>
                <a:ext cx="5601730" cy="1384995"/>
              </a:xfrm>
              <a:prstGeom prst="rect">
                <a:avLst/>
              </a:prstGeom>
            </p:spPr>
            <p:txBody>
              <a:bodyPr wrap="square">
                <a:spAutoFit/>
              </a:bodyPr>
              <a:lstStyle/>
              <a:p>
                <a:r>
                  <a:rPr lang="en-PH" sz="2800" dirty="0"/>
                  <a:t>Therefore, the middle 60% will have blood pressure readings of </a:t>
                </a:r>
              </a:p>
              <a:p>
                <a:pPr algn="ctr"/>
                <a14:m>
                  <m:oMathPara xmlns:m="http://schemas.openxmlformats.org/officeDocument/2006/math">
                    <m:oMathParaPr>
                      <m:jc m:val="centerGroup"/>
                    </m:oMathParaPr>
                    <m:oMath xmlns:m="http://schemas.openxmlformats.org/officeDocument/2006/math">
                      <m:r>
                        <a:rPr lang="en-PH" sz="2800" i="1" dirty="0" smtClean="0">
                          <a:latin typeface="Cambria Math" panose="02040503050406030204" pitchFamily="18" charset="0"/>
                        </a:rPr>
                        <m:t>113.28</m:t>
                      </m:r>
                      <m:r>
                        <a:rPr lang="en-US" sz="2800" b="0" i="1" dirty="0" smtClean="0">
                          <a:latin typeface="Cambria Math" panose="02040503050406030204" pitchFamily="18" charset="0"/>
                        </a:rPr>
                        <m:t>&lt;</m:t>
                      </m:r>
                      <m:r>
                        <a:rPr lang="en-PH" sz="2800" i="1" dirty="0">
                          <a:latin typeface="Cambria Math" panose="02040503050406030204" pitchFamily="18" charset="0"/>
                        </a:rPr>
                        <m:t>𝑋</m:t>
                      </m:r>
                      <m:r>
                        <a:rPr lang="en-US" sz="2800" b="0" i="1" dirty="0" smtClean="0">
                          <a:latin typeface="Cambria Math" panose="02040503050406030204" pitchFamily="18" charset="0"/>
                        </a:rPr>
                        <m:t>&lt;</m:t>
                      </m:r>
                      <m:r>
                        <a:rPr lang="en-PH" sz="2800" i="1" dirty="0">
                          <a:latin typeface="Cambria Math" panose="02040503050406030204" pitchFamily="18" charset="0"/>
                        </a:rPr>
                        <m:t>126.72.</m:t>
                      </m:r>
                    </m:oMath>
                  </m:oMathPara>
                </a14:m>
                <a:endParaRPr lang="en-PH" sz="2800" dirty="0"/>
              </a:p>
            </p:txBody>
          </p:sp>
        </mc:Choice>
        <mc:Fallback xmlns="">
          <p:sp>
            <p:nvSpPr>
              <p:cNvPr id="2" name="Rectangle 1">
                <a:extLst>
                  <a:ext uri="{FF2B5EF4-FFF2-40B4-BE49-F238E27FC236}">
                    <a16:creationId xmlns:a16="http://schemas.microsoft.com/office/drawing/2014/main" id="{9F12DFAD-0C91-0342-92B3-F671D8B3B6DD}"/>
                  </a:ext>
                </a:extLst>
              </p:cNvPr>
              <p:cNvSpPr>
                <a:spLocks noRot="1" noChangeAspect="1" noMove="1" noResize="1" noEditPoints="1" noAdjustHandles="1" noChangeArrowheads="1" noChangeShapeType="1" noTextEdit="1"/>
              </p:cNvSpPr>
              <p:nvPr/>
            </p:nvSpPr>
            <p:spPr>
              <a:xfrm>
                <a:off x="875270" y="3546390"/>
                <a:ext cx="5601730" cy="1384995"/>
              </a:xfrm>
              <a:prstGeom prst="rect">
                <a:avLst/>
              </a:prstGeom>
              <a:blipFill>
                <a:blip r:embed="rId4"/>
                <a:stretch>
                  <a:fillRect l="-2262" t="-4545"/>
                </a:stretch>
              </a:blipFill>
            </p:spPr>
            <p:txBody>
              <a:bodyPr/>
              <a:lstStyle/>
              <a:p>
                <a:r>
                  <a:rPr lang="en-US">
                    <a:noFill/>
                  </a:rPr>
                  <a:t> </a:t>
                </a:r>
              </a:p>
            </p:txBody>
          </p:sp>
        </mc:Fallback>
      </mc:AlternateContent>
    </p:spTree>
    <p:extLst>
      <p:ext uri="{BB962C8B-B14F-4D97-AF65-F5344CB8AC3E}">
        <p14:creationId xmlns:p14="http://schemas.microsoft.com/office/powerpoint/2010/main" val="13143396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sp>
        <p:nvSpPr>
          <p:cNvPr id="5" name="Content Placeholder 4"/>
          <p:cNvSpPr>
            <a:spLocks noGrp="1"/>
          </p:cNvSpPr>
          <p:nvPr>
            <p:ph idx="1"/>
          </p:nvPr>
        </p:nvSpPr>
        <p:spPr/>
        <p:txBody>
          <a:bodyPr>
            <a:noAutofit/>
          </a:bodyPr>
          <a:lstStyle/>
          <a:p>
            <a:pPr marL="114300" indent="0">
              <a:buNone/>
            </a:pPr>
            <a:r>
              <a:rPr lang="en-PH" sz="3200" b="1" dirty="0"/>
              <a:t>Determining Normality</a:t>
            </a:r>
          </a:p>
          <a:p>
            <a:pPr>
              <a:buFontTx/>
              <a:buChar char="-"/>
            </a:pPr>
            <a:r>
              <a:rPr lang="en-PH" sz="3200" dirty="0"/>
              <a:t>Drawing a histogram</a:t>
            </a:r>
          </a:p>
          <a:p>
            <a:pPr>
              <a:buFontTx/>
              <a:buChar char="-"/>
            </a:pPr>
            <a:r>
              <a:rPr lang="en-PH" sz="3200" dirty="0"/>
              <a:t>Pearson’s Index or PI of </a:t>
            </a:r>
            <a:r>
              <a:rPr lang="en-PH" sz="3200" dirty="0" err="1"/>
              <a:t>skewness</a:t>
            </a:r>
            <a:endParaRPr lang="en-PH" sz="3200" dirty="0"/>
          </a:p>
          <a:p>
            <a:pPr>
              <a:buFontTx/>
              <a:buChar char="-"/>
            </a:pPr>
            <a:r>
              <a:rPr lang="en-PH" sz="3200" dirty="0"/>
              <a:t>Normal </a:t>
            </a:r>
            <a:r>
              <a:rPr lang="en-PH" sz="3200" dirty="0" err="1"/>
              <a:t>Quantile</a:t>
            </a:r>
            <a:r>
              <a:rPr lang="en-PH" sz="3200" dirty="0"/>
              <a:t> Plot</a:t>
            </a:r>
          </a:p>
          <a:p>
            <a:pPr>
              <a:buFontTx/>
              <a:buChar char="-"/>
            </a:pPr>
            <a:r>
              <a:rPr lang="en-PH" sz="3200" dirty="0"/>
              <a:t>Chi-Square Goodness-of-fit</a:t>
            </a:r>
          </a:p>
          <a:p>
            <a:pPr>
              <a:buFontTx/>
              <a:buChar char="-"/>
            </a:pPr>
            <a:r>
              <a:rPr lang="en-PH" sz="3200" dirty="0"/>
              <a:t>Kolmogorov-Smirnov</a:t>
            </a:r>
          </a:p>
          <a:p>
            <a:pPr>
              <a:buFontTx/>
              <a:buChar char="-"/>
            </a:pPr>
            <a:r>
              <a:rPr lang="en-PH" sz="3200" dirty="0"/>
              <a:t>Shapiro-</a:t>
            </a:r>
            <a:r>
              <a:rPr lang="en-PH" sz="3200" dirty="0" err="1"/>
              <a:t>Wilk</a:t>
            </a:r>
            <a:r>
              <a:rPr lang="en-PH" sz="3200" dirty="0"/>
              <a:t> Test</a:t>
            </a:r>
          </a:p>
          <a:p>
            <a:pPr>
              <a:buFontTx/>
              <a:buChar char="-"/>
            </a:pPr>
            <a:r>
              <a:rPr lang="en-PH" sz="3200" dirty="0" err="1"/>
              <a:t>Lilliefors</a:t>
            </a:r>
            <a:r>
              <a:rPr lang="en-PH" sz="3200" dirty="0"/>
              <a:t> test</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F882E1B-8A57-2F48-A965-02051C471C5D}"/>
                  </a:ext>
                </a:extLst>
              </p14:cNvPr>
              <p14:cNvContentPartPr/>
              <p14:nvPr/>
            </p14:nvContentPartPr>
            <p14:xfrm>
              <a:off x="4585680" y="2413440"/>
              <a:ext cx="6607800" cy="3758400"/>
            </p14:xfrm>
          </p:contentPart>
        </mc:Choice>
        <mc:Fallback xmlns="">
          <p:pic>
            <p:nvPicPr>
              <p:cNvPr id="2" name="Ink 1">
                <a:extLst>
                  <a:ext uri="{FF2B5EF4-FFF2-40B4-BE49-F238E27FC236}">
                    <a16:creationId xmlns:a16="http://schemas.microsoft.com/office/drawing/2014/main" id="{CF882E1B-8A57-2F48-A965-02051C471C5D}"/>
                  </a:ext>
                </a:extLst>
              </p:cNvPr>
              <p:cNvPicPr/>
              <p:nvPr/>
            </p:nvPicPr>
            <p:blipFill>
              <a:blip r:embed="rId3"/>
              <a:stretch>
                <a:fillRect/>
              </a:stretch>
            </p:blipFill>
            <p:spPr>
              <a:xfrm>
                <a:off x="4576320" y="2404080"/>
                <a:ext cx="6626520" cy="3777120"/>
              </a:xfrm>
              <a:prstGeom prst="rect">
                <a:avLst/>
              </a:prstGeom>
            </p:spPr>
          </p:pic>
        </mc:Fallback>
      </mc:AlternateContent>
    </p:spTree>
    <p:extLst>
      <p:ext uri="{BB962C8B-B14F-4D97-AF65-F5344CB8AC3E}">
        <p14:creationId xmlns:p14="http://schemas.microsoft.com/office/powerpoint/2010/main" val="364977628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Autofit/>
              </a:bodyPr>
              <a:lstStyle/>
              <a:p>
                <a:pPr marL="114300" indent="0">
                  <a:buNone/>
                </a:pPr>
                <a:r>
                  <a:rPr lang="en-PH" sz="3600" b="1" dirty="0"/>
                  <a:t>Pearson’s Index (PI) of </a:t>
                </a:r>
                <a:r>
                  <a:rPr lang="en-PH" sz="3600" b="1" dirty="0" err="1"/>
                  <a:t>Skewness</a:t>
                </a:r>
                <a:endParaRPr lang="en-PH" sz="3600" b="1" dirty="0"/>
              </a:p>
              <a:p>
                <a:pPr marL="114300" indent="0" algn="ctr">
                  <a:buNone/>
                </a:pPr>
                <a14:m>
                  <m:oMathPara xmlns:m="http://schemas.openxmlformats.org/officeDocument/2006/math">
                    <m:oMathParaPr>
                      <m:jc m:val="centerGroup"/>
                    </m:oMathParaPr>
                    <m:oMath xmlns:m="http://schemas.openxmlformats.org/officeDocument/2006/math">
                      <m:r>
                        <a:rPr lang="en-PH" sz="3600" i="1">
                          <a:latin typeface="Cambria Math"/>
                        </a:rPr>
                        <m:t>𝑃𝐼</m:t>
                      </m:r>
                      <m:r>
                        <a:rPr lang="en-PH" sz="3600" i="1">
                          <a:latin typeface="Cambria Math"/>
                        </a:rPr>
                        <m:t>= </m:t>
                      </m:r>
                      <m:f>
                        <m:fPr>
                          <m:ctrlPr>
                            <a:rPr lang="en-PH" sz="3600" i="1">
                              <a:latin typeface="Cambria Math" panose="02040503050406030204" pitchFamily="18" charset="0"/>
                            </a:rPr>
                          </m:ctrlPr>
                        </m:fPr>
                        <m:num>
                          <m:r>
                            <a:rPr lang="en-PH" sz="3600" i="1">
                              <a:latin typeface="Cambria Math"/>
                            </a:rPr>
                            <m:t>3(</m:t>
                          </m:r>
                          <m:acc>
                            <m:accPr>
                              <m:chr m:val="̅"/>
                              <m:ctrlPr>
                                <a:rPr lang="en-PH" sz="3600" i="1">
                                  <a:latin typeface="Cambria Math" panose="02040503050406030204" pitchFamily="18" charset="0"/>
                                </a:rPr>
                              </m:ctrlPr>
                            </m:accPr>
                            <m:e>
                              <m:r>
                                <a:rPr lang="en-PH" sz="3600" i="1">
                                  <a:latin typeface="Cambria Math"/>
                                </a:rPr>
                                <m:t>𝑋</m:t>
                              </m:r>
                            </m:e>
                          </m:acc>
                          <m:r>
                            <a:rPr lang="en-PH" sz="3600" i="1">
                              <a:latin typeface="Cambria Math"/>
                            </a:rPr>
                            <m:t>−</m:t>
                          </m:r>
                          <m:r>
                            <a:rPr lang="en-PH" sz="3600" i="1">
                              <a:latin typeface="Cambria Math"/>
                            </a:rPr>
                            <m:t>𝑚𝑒𝑑𝑖𝑎𝑛</m:t>
                          </m:r>
                          <m:r>
                            <a:rPr lang="en-PH" sz="3600" i="1">
                              <a:latin typeface="Cambria Math"/>
                            </a:rPr>
                            <m:t>)</m:t>
                          </m:r>
                        </m:num>
                        <m:den>
                          <m:r>
                            <a:rPr lang="en-PH" sz="3600" i="1">
                              <a:latin typeface="Cambria Math"/>
                            </a:rPr>
                            <m:t>𝑠</m:t>
                          </m:r>
                        </m:den>
                      </m:f>
                    </m:oMath>
                  </m:oMathPara>
                </a14:m>
                <a:endParaRPr lang="en-PH" sz="3600" dirty="0"/>
              </a:p>
              <a:p>
                <a:pPr marL="114300" indent="0">
                  <a:buNone/>
                </a:pPr>
                <a:r>
                  <a:rPr lang="en-PH" sz="3600" dirty="0"/>
                  <a:t>Decision: If the </a:t>
                </a:r>
                <a14:m>
                  <m:oMath xmlns:m="http://schemas.openxmlformats.org/officeDocument/2006/math">
                    <m:r>
                      <a:rPr lang="en-PH" sz="3600" i="1">
                        <a:latin typeface="Cambria Math"/>
                      </a:rPr>
                      <m:t>𝑃𝐼</m:t>
                    </m:r>
                    <m:r>
                      <a:rPr lang="en-PH" sz="3600" i="1">
                        <a:latin typeface="Cambria Math"/>
                        <a:ea typeface="Cambria Math"/>
                      </a:rPr>
                      <m:t>≥+1</m:t>
                    </m:r>
                  </m:oMath>
                </a14:m>
                <a:r>
                  <a:rPr lang="en-PH" sz="3600" dirty="0"/>
                  <a:t> or </a:t>
                </a:r>
                <a14:m>
                  <m:oMath xmlns:m="http://schemas.openxmlformats.org/officeDocument/2006/math">
                    <m:r>
                      <a:rPr lang="en-PH" sz="3600" i="1">
                        <a:latin typeface="Cambria Math"/>
                      </a:rPr>
                      <m:t>𝑃𝐼</m:t>
                    </m:r>
                    <m:r>
                      <a:rPr lang="en-PH" sz="3600" i="1">
                        <a:latin typeface="Cambria Math"/>
                        <a:ea typeface="Cambria Math"/>
                      </a:rPr>
                      <m:t>≤−1</m:t>
                    </m:r>
                  </m:oMath>
                </a14:m>
                <a:r>
                  <a:rPr lang="en-PH" sz="3600" dirty="0"/>
                  <a:t>, it can concluded that the data are significantly skewed.</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815" t="-1953" r="-3185"/>
                </a:stretch>
              </a:blipFill>
            </p:spPr>
            <p:txBody>
              <a:bodyPr/>
              <a:lstStyle/>
              <a:p>
                <a:r>
                  <a:rPr lang="en-PH">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6CC9C94-A393-DF42-B9F9-E0C23D54F536}"/>
                  </a:ext>
                </a:extLst>
              </p14:cNvPr>
              <p14:cNvContentPartPr/>
              <p14:nvPr/>
            </p14:nvContentPartPr>
            <p14:xfrm>
              <a:off x="3636720" y="2580480"/>
              <a:ext cx="6427800" cy="2944800"/>
            </p14:xfrm>
          </p:contentPart>
        </mc:Choice>
        <mc:Fallback xmlns="">
          <p:pic>
            <p:nvPicPr>
              <p:cNvPr id="2" name="Ink 1">
                <a:extLst>
                  <a:ext uri="{FF2B5EF4-FFF2-40B4-BE49-F238E27FC236}">
                    <a16:creationId xmlns:a16="http://schemas.microsoft.com/office/drawing/2014/main" id="{86CC9C94-A393-DF42-B9F9-E0C23D54F536}"/>
                  </a:ext>
                </a:extLst>
              </p:cNvPr>
              <p:cNvPicPr/>
              <p:nvPr/>
            </p:nvPicPr>
            <p:blipFill>
              <a:blip r:embed="rId4"/>
              <a:stretch>
                <a:fillRect/>
              </a:stretch>
            </p:blipFill>
            <p:spPr>
              <a:xfrm>
                <a:off x="3627360" y="2571120"/>
                <a:ext cx="6446520" cy="2963520"/>
              </a:xfrm>
              <a:prstGeom prst="rect">
                <a:avLst/>
              </a:prstGeom>
            </p:spPr>
          </p:pic>
        </mc:Fallback>
      </mc:AlternateContent>
    </p:spTree>
    <p:extLst>
      <p:ext uri="{BB962C8B-B14F-4D97-AF65-F5344CB8AC3E}">
        <p14:creationId xmlns:p14="http://schemas.microsoft.com/office/powerpoint/2010/main" val="428069423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sp>
        <p:nvSpPr>
          <p:cNvPr id="5" name="Content Placeholder 4"/>
          <p:cNvSpPr>
            <a:spLocks noGrp="1"/>
          </p:cNvSpPr>
          <p:nvPr>
            <p:ph idx="1"/>
          </p:nvPr>
        </p:nvSpPr>
        <p:spPr/>
        <p:txBody>
          <a:bodyPr>
            <a:noAutofit/>
          </a:bodyPr>
          <a:lstStyle/>
          <a:p>
            <a:pPr marL="114300" indent="0">
              <a:buNone/>
            </a:pPr>
            <a:r>
              <a:rPr lang="en-PH" sz="3600" b="1" dirty="0"/>
              <a:t>Example1. </a:t>
            </a:r>
            <a:r>
              <a:rPr lang="en-PH" sz="3600" dirty="0"/>
              <a:t>A survey of 18 high-technology firms showed the number of day’s inventory they had on hand. Determine if the data are approximately normally distribute. </a:t>
            </a:r>
          </a:p>
          <a:p>
            <a:pPr marL="114300" indent="0">
              <a:buNone/>
            </a:pPr>
            <a:endParaRPr lang="en-PH" sz="3600" dirty="0"/>
          </a:p>
        </p:txBody>
      </p:sp>
      <p:graphicFrame>
        <p:nvGraphicFramePr>
          <p:cNvPr id="2" name="Table 1"/>
          <p:cNvGraphicFramePr>
            <a:graphicFrameLocks noGrp="1"/>
          </p:cNvGraphicFramePr>
          <p:nvPr>
            <p:extLst>
              <p:ext uri="{D42A27DB-BD31-4B8C-83A1-F6EECF244321}">
                <p14:modId xmlns:p14="http://schemas.microsoft.com/office/powerpoint/2010/main" val="1317508803"/>
              </p:ext>
            </p:extLst>
          </p:nvPr>
        </p:nvGraphicFramePr>
        <p:xfrm>
          <a:off x="2209800" y="4343400"/>
          <a:ext cx="7543800" cy="1219200"/>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gridCol w="8382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tblGrid>
              <a:tr h="609600">
                <a:tc>
                  <a:txBody>
                    <a:bodyPr/>
                    <a:lstStyle/>
                    <a:p>
                      <a:pPr algn="ctr"/>
                      <a:r>
                        <a:rPr lang="en-PH" sz="2800" dirty="0"/>
                        <a:t>5</a:t>
                      </a:r>
                    </a:p>
                  </a:txBody>
                  <a:tcPr/>
                </a:tc>
                <a:tc>
                  <a:txBody>
                    <a:bodyPr/>
                    <a:lstStyle/>
                    <a:p>
                      <a:pPr algn="ctr"/>
                      <a:r>
                        <a:rPr lang="en-PH" sz="2800" dirty="0"/>
                        <a:t>29</a:t>
                      </a:r>
                    </a:p>
                  </a:txBody>
                  <a:tcPr/>
                </a:tc>
                <a:tc>
                  <a:txBody>
                    <a:bodyPr/>
                    <a:lstStyle/>
                    <a:p>
                      <a:pPr algn="ctr"/>
                      <a:r>
                        <a:rPr lang="en-PH" sz="2800" dirty="0"/>
                        <a:t>34</a:t>
                      </a:r>
                    </a:p>
                  </a:txBody>
                  <a:tcPr/>
                </a:tc>
                <a:tc>
                  <a:txBody>
                    <a:bodyPr/>
                    <a:lstStyle/>
                    <a:p>
                      <a:pPr algn="ctr"/>
                      <a:r>
                        <a:rPr lang="en-PH" sz="2800" dirty="0"/>
                        <a:t>44</a:t>
                      </a:r>
                    </a:p>
                  </a:txBody>
                  <a:tcPr/>
                </a:tc>
                <a:tc>
                  <a:txBody>
                    <a:bodyPr/>
                    <a:lstStyle/>
                    <a:p>
                      <a:pPr algn="ctr"/>
                      <a:r>
                        <a:rPr lang="en-PH" sz="2800" dirty="0"/>
                        <a:t>45</a:t>
                      </a:r>
                    </a:p>
                  </a:txBody>
                  <a:tcPr/>
                </a:tc>
                <a:tc>
                  <a:txBody>
                    <a:bodyPr/>
                    <a:lstStyle/>
                    <a:p>
                      <a:pPr algn="ctr"/>
                      <a:r>
                        <a:rPr lang="en-PH" sz="2800" dirty="0"/>
                        <a:t>63</a:t>
                      </a:r>
                    </a:p>
                  </a:txBody>
                  <a:tcPr/>
                </a:tc>
                <a:tc>
                  <a:txBody>
                    <a:bodyPr/>
                    <a:lstStyle/>
                    <a:p>
                      <a:pPr algn="ctr"/>
                      <a:r>
                        <a:rPr lang="en-PH" sz="2800" dirty="0"/>
                        <a:t>68</a:t>
                      </a:r>
                    </a:p>
                  </a:txBody>
                  <a:tcPr/>
                </a:tc>
                <a:tc>
                  <a:txBody>
                    <a:bodyPr/>
                    <a:lstStyle/>
                    <a:p>
                      <a:pPr algn="ctr"/>
                      <a:r>
                        <a:rPr lang="en-PH" sz="2800" dirty="0"/>
                        <a:t>74</a:t>
                      </a:r>
                    </a:p>
                  </a:txBody>
                  <a:tcPr/>
                </a:tc>
                <a:tc>
                  <a:txBody>
                    <a:bodyPr/>
                    <a:lstStyle/>
                    <a:p>
                      <a:pPr algn="ctr"/>
                      <a:r>
                        <a:rPr lang="en-PH" sz="2800" dirty="0"/>
                        <a:t>74</a:t>
                      </a:r>
                    </a:p>
                  </a:txBody>
                  <a:tcPr/>
                </a:tc>
                <a:extLst>
                  <a:ext uri="{0D108BD9-81ED-4DB2-BD59-A6C34878D82A}">
                    <a16:rowId xmlns:a16="http://schemas.microsoft.com/office/drawing/2014/main" val="10000"/>
                  </a:ext>
                </a:extLst>
              </a:tr>
              <a:tr h="609600">
                <a:tc>
                  <a:txBody>
                    <a:bodyPr/>
                    <a:lstStyle/>
                    <a:p>
                      <a:pPr algn="ctr"/>
                      <a:r>
                        <a:rPr lang="en-PH" sz="2800" dirty="0"/>
                        <a:t>81</a:t>
                      </a:r>
                    </a:p>
                  </a:txBody>
                  <a:tcPr/>
                </a:tc>
                <a:tc>
                  <a:txBody>
                    <a:bodyPr/>
                    <a:lstStyle/>
                    <a:p>
                      <a:pPr algn="ctr"/>
                      <a:r>
                        <a:rPr lang="en-PH" sz="2800" dirty="0"/>
                        <a:t>88</a:t>
                      </a:r>
                    </a:p>
                  </a:txBody>
                  <a:tcPr/>
                </a:tc>
                <a:tc>
                  <a:txBody>
                    <a:bodyPr/>
                    <a:lstStyle/>
                    <a:p>
                      <a:pPr algn="ctr"/>
                      <a:r>
                        <a:rPr lang="en-PH" sz="2800" dirty="0"/>
                        <a:t>91</a:t>
                      </a:r>
                    </a:p>
                  </a:txBody>
                  <a:tcPr/>
                </a:tc>
                <a:tc>
                  <a:txBody>
                    <a:bodyPr/>
                    <a:lstStyle/>
                    <a:p>
                      <a:pPr algn="ctr"/>
                      <a:r>
                        <a:rPr lang="en-PH" sz="2800" dirty="0"/>
                        <a:t>97</a:t>
                      </a:r>
                    </a:p>
                  </a:txBody>
                  <a:tcPr/>
                </a:tc>
                <a:tc>
                  <a:txBody>
                    <a:bodyPr/>
                    <a:lstStyle/>
                    <a:p>
                      <a:pPr algn="ctr"/>
                      <a:r>
                        <a:rPr lang="en-PH" sz="2800" dirty="0"/>
                        <a:t>98</a:t>
                      </a:r>
                    </a:p>
                  </a:txBody>
                  <a:tcPr/>
                </a:tc>
                <a:tc>
                  <a:txBody>
                    <a:bodyPr/>
                    <a:lstStyle/>
                    <a:p>
                      <a:pPr algn="ctr"/>
                      <a:r>
                        <a:rPr lang="en-PH" sz="2800" dirty="0"/>
                        <a:t>113</a:t>
                      </a:r>
                    </a:p>
                  </a:txBody>
                  <a:tcPr/>
                </a:tc>
                <a:tc>
                  <a:txBody>
                    <a:bodyPr/>
                    <a:lstStyle/>
                    <a:p>
                      <a:pPr algn="ctr"/>
                      <a:r>
                        <a:rPr lang="en-PH" sz="2800" dirty="0"/>
                        <a:t>118</a:t>
                      </a:r>
                    </a:p>
                  </a:txBody>
                  <a:tcPr/>
                </a:tc>
                <a:tc>
                  <a:txBody>
                    <a:bodyPr/>
                    <a:lstStyle/>
                    <a:p>
                      <a:pPr algn="ctr"/>
                      <a:r>
                        <a:rPr lang="en-PH" sz="2800" dirty="0"/>
                        <a:t>151</a:t>
                      </a:r>
                    </a:p>
                  </a:txBody>
                  <a:tcPr/>
                </a:tc>
                <a:tc>
                  <a:txBody>
                    <a:bodyPr/>
                    <a:lstStyle/>
                    <a:p>
                      <a:pPr algn="ctr"/>
                      <a:r>
                        <a:rPr lang="en-PH" sz="2800" dirty="0"/>
                        <a:t>158</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642687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8" name="Picture 7">
            <a:extLst>
              <a:ext uri="{FF2B5EF4-FFF2-40B4-BE49-F238E27FC236}">
                <a16:creationId xmlns:a16="http://schemas.microsoft.com/office/drawing/2014/main" id="{8C578CA5-2C6E-1048-A223-DD3191C7B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0" y="1690688"/>
            <a:ext cx="8524057" cy="4603750"/>
          </a:xfrm>
          <a:prstGeom prst="rect">
            <a:avLst/>
          </a:prstGeom>
        </p:spPr>
      </p:pic>
      <p:pic>
        <p:nvPicPr>
          <p:cNvPr id="6" name="Content Placeholder 5">
            <a:extLst>
              <a:ext uri="{FF2B5EF4-FFF2-40B4-BE49-F238E27FC236}">
                <a16:creationId xmlns:a16="http://schemas.microsoft.com/office/drawing/2014/main" id="{8AE650C8-3879-0749-810A-634EAC91A12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1690688"/>
            <a:ext cx="4800600" cy="4330700"/>
          </a:xfrm>
        </p:spPr>
      </p:pic>
    </p:spTree>
    <p:extLst>
      <p:ext uri="{BB962C8B-B14F-4D97-AF65-F5344CB8AC3E}">
        <p14:creationId xmlns:p14="http://schemas.microsoft.com/office/powerpoint/2010/main" val="26895238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88FC4B44-623D-6746-A33D-6F04E48289C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71739" b="87559"/>
          <a:stretch/>
        </p:blipFill>
        <p:spPr>
          <a:xfrm>
            <a:off x="685800" y="1690689"/>
            <a:ext cx="2971800" cy="442911"/>
          </a:xfrm>
        </p:spPr>
      </p:pic>
    </p:spTree>
    <p:extLst>
      <p:ext uri="{BB962C8B-B14F-4D97-AF65-F5344CB8AC3E}">
        <p14:creationId xmlns:p14="http://schemas.microsoft.com/office/powerpoint/2010/main" val="343910004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88FC4B44-623D-6746-A33D-6F04E48289C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87559"/>
          <a:stretch/>
        </p:blipFill>
        <p:spPr>
          <a:xfrm>
            <a:off x="685800" y="1690689"/>
            <a:ext cx="10515600" cy="442911"/>
          </a:xfrm>
        </p:spPr>
      </p:pic>
    </p:spTree>
    <p:extLst>
      <p:ext uri="{BB962C8B-B14F-4D97-AF65-F5344CB8AC3E}">
        <p14:creationId xmlns:p14="http://schemas.microsoft.com/office/powerpoint/2010/main" val="384480785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88FC4B44-623D-6746-A33D-6F04E48289C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74717"/>
          <a:stretch/>
        </p:blipFill>
        <p:spPr>
          <a:xfrm>
            <a:off x="685800" y="1690689"/>
            <a:ext cx="10515600" cy="900111"/>
          </a:xfrm>
        </p:spPr>
      </p:pic>
    </p:spTree>
    <p:extLst>
      <p:ext uri="{BB962C8B-B14F-4D97-AF65-F5344CB8AC3E}">
        <p14:creationId xmlns:p14="http://schemas.microsoft.com/office/powerpoint/2010/main" val="50481500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88FC4B44-623D-6746-A33D-6F04E48289C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27627"/>
          <a:stretch/>
        </p:blipFill>
        <p:spPr>
          <a:xfrm>
            <a:off x="685800" y="1690689"/>
            <a:ext cx="10515600" cy="2576512"/>
          </a:xfrm>
        </p:spPr>
      </p:pic>
    </p:spTree>
    <p:extLst>
      <p:ext uri="{BB962C8B-B14F-4D97-AF65-F5344CB8AC3E}">
        <p14:creationId xmlns:p14="http://schemas.microsoft.com/office/powerpoint/2010/main" val="184852709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88FC4B44-623D-6746-A33D-6F04E48289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690688"/>
            <a:ext cx="10515600" cy="3560075"/>
          </a:xfrm>
        </p:spPr>
      </p:pic>
    </p:spTree>
    <p:extLst>
      <p:ext uri="{BB962C8B-B14F-4D97-AF65-F5344CB8AC3E}">
        <p14:creationId xmlns:p14="http://schemas.microsoft.com/office/powerpoint/2010/main" val="22626439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sp>
        <p:nvSpPr>
          <p:cNvPr id="5" name="Content Placeholder 4"/>
          <p:cNvSpPr>
            <a:spLocks noGrp="1"/>
          </p:cNvSpPr>
          <p:nvPr>
            <p:ph idx="1"/>
          </p:nvPr>
        </p:nvSpPr>
        <p:spPr/>
        <p:txBody>
          <a:bodyPr>
            <a:noAutofit/>
          </a:bodyPr>
          <a:lstStyle/>
          <a:p>
            <a:pPr marL="114300" indent="0">
              <a:buNone/>
            </a:pPr>
            <a:r>
              <a:rPr lang="en-PH" sz="3600" b="1" dirty="0"/>
              <a:t>Example2. </a:t>
            </a:r>
            <a:r>
              <a:rPr lang="en-PH" sz="3600" dirty="0"/>
              <a:t>The data shown consist of the number of games played each year in the career of Baseball Hall of Famer Bill </a:t>
            </a:r>
            <a:r>
              <a:rPr lang="en-PH" sz="3600" dirty="0" err="1"/>
              <a:t>Mazeroski</a:t>
            </a:r>
            <a:r>
              <a:rPr lang="en-PH" sz="3600" dirty="0"/>
              <a:t>. Determine if the data are approximately normally distributed.</a:t>
            </a:r>
          </a:p>
          <a:p>
            <a:pPr marL="114300" indent="0">
              <a:buNone/>
            </a:pPr>
            <a:endParaRPr lang="en-PH" sz="3600" dirty="0"/>
          </a:p>
        </p:txBody>
      </p:sp>
      <p:graphicFrame>
        <p:nvGraphicFramePr>
          <p:cNvPr id="2" name="Table 1"/>
          <p:cNvGraphicFramePr>
            <a:graphicFrameLocks noGrp="1"/>
          </p:cNvGraphicFramePr>
          <p:nvPr>
            <p:extLst>
              <p:ext uri="{D42A27DB-BD31-4B8C-83A1-F6EECF244321}">
                <p14:modId xmlns:p14="http://schemas.microsoft.com/office/powerpoint/2010/main" val="2732795726"/>
              </p:ext>
            </p:extLst>
          </p:nvPr>
        </p:nvGraphicFramePr>
        <p:xfrm>
          <a:off x="2324100" y="4495800"/>
          <a:ext cx="7543800" cy="1219200"/>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gridCol w="8382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tblGrid>
              <a:tr h="609600">
                <a:tc>
                  <a:txBody>
                    <a:bodyPr/>
                    <a:lstStyle/>
                    <a:p>
                      <a:pPr algn="ctr"/>
                      <a:r>
                        <a:rPr lang="en-PH" sz="2800" dirty="0"/>
                        <a:t>81</a:t>
                      </a:r>
                    </a:p>
                  </a:txBody>
                  <a:tcPr/>
                </a:tc>
                <a:tc>
                  <a:txBody>
                    <a:bodyPr/>
                    <a:lstStyle/>
                    <a:p>
                      <a:pPr algn="ctr"/>
                      <a:r>
                        <a:rPr lang="en-PH" sz="2800" dirty="0"/>
                        <a:t>148</a:t>
                      </a:r>
                    </a:p>
                  </a:txBody>
                  <a:tcPr/>
                </a:tc>
                <a:tc>
                  <a:txBody>
                    <a:bodyPr/>
                    <a:lstStyle/>
                    <a:p>
                      <a:pPr algn="ctr"/>
                      <a:r>
                        <a:rPr lang="en-PH" sz="2800" dirty="0"/>
                        <a:t>152</a:t>
                      </a:r>
                    </a:p>
                  </a:txBody>
                  <a:tcPr/>
                </a:tc>
                <a:tc>
                  <a:txBody>
                    <a:bodyPr/>
                    <a:lstStyle/>
                    <a:p>
                      <a:pPr algn="ctr"/>
                      <a:r>
                        <a:rPr lang="en-PH" sz="2800" dirty="0"/>
                        <a:t>135</a:t>
                      </a:r>
                    </a:p>
                  </a:txBody>
                  <a:tcPr/>
                </a:tc>
                <a:tc>
                  <a:txBody>
                    <a:bodyPr/>
                    <a:lstStyle/>
                    <a:p>
                      <a:pPr algn="ctr"/>
                      <a:r>
                        <a:rPr lang="en-PH" sz="2800" dirty="0"/>
                        <a:t>151</a:t>
                      </a:r>
                    </a:p>
                  </a:txBody>
                  <a:tcPr/>
                </a:tc>
                <a:tc>
                  <a:txBody>
                    <a:bodyPr/>
                    <a:lstStyle/>
                    <a:p>
                      <a:pPr algn="ctr"/>
                      <a:r>
                        <a:rPr lang="en-PH" sz="2800" dirty="0"/>
                        <a:t>152</a:t>
                      </a:r>
                    </a:p>
                  </a:txBody>
                  <a:tcPr/>
                </a:tc>
                <a:tc>
                  <a:txBody>
                    <a:bodyPr/>
                    <a:lstStyle/>
                    <a:p>
                      <a:pPr algn="ctr"/>
                      <a:r>
                        <a:rPr lang="en-PH" sz="2800" dirty="0"/>
                        <a:t>159</a:t>
                      </a:r>
                    </a:p>
                  </a:txBody>
                  <a:tcPr/>
                </a:tc>
                <a:tc>
                  <a:txBody>
                    <a:bodyPr/>
                    <a:lstStyle/>
                    <a:p>
                      <a:pPr algn="ctr"/>
                      <a:r>
                        <a:rPr lang="en-PH" sz="2800" dirty="0"/>
                        <a:t>142</a:t>
                      </a:r>
                    </a:p>
                  </a:txBody>
                  <a:tcPr/>
                </a:tc>
                <a:tc>
                  <a:txBody>
                    <a:bodyPr/>
                    <a:lstStyle/>
                    <a:p>
                      <a:pPr algn="ctr"/>
                      <a:r>
                        <a:rPr lang="en-PH" sz="2800" dirty="0"/>
                        <a:t>34</a:t>
                      </a:r>
                    </a:p>
                  </a:txBody>
                  <a:tcPr/>
                </a:tc>
                <a:extLst>
                  <a:ext uri="{0D108BD9-81ED-4DB2-BD59-A6C34878D82A}">
                    <a16:rowId xmlns:a16="http://schemas.microsoft.com/office/drawing/2014/main" val="10000"/>
                  </a:ext>
                </a:extLst>
              </a:tr>
              <a:tr h="609600">
                <a:tc>
                  <a:txBody>
                    <a:bodyPr/>
                    <a:lstStyle/>
                    <a:p>
                      <a:pPr algn="ctr"/>
                      <a:r>
                        <a:rPr lang="en-PH" sz="2800" dirty="0"/>
                        <a:t>162</a:t>
                      </a:r>
                    </a:p>
                  </a:txBody>
                  <a:tcPr/>
                </a:tc>
                <a:tc>
                  <a:txBody>
                    <a:bodyPr/>
                    <a:lstStyle/>
                    <a:p>
                      <a:pPr algn="ctr"/>
                      <a:r>
                        <a:rPr lang="en-PH" sz="2800" dirty="0"/>
                        <a:t>130</a:t>
                      </a:r>
                    </a:p>
                  </a:txBody>
                  <a:tcPr/>
                </a:tc>
                <a:tc>
                  <a:txBody>
                    <a:bodyPr/>
                    <a:lstStyle/>
                    <a:p>
                      <a:pPr algn="ctr"/>
                      <a:r>
                        <a:rPr lang="en-PH" sz="2800" dirty="0"/>
                        <a:t>162</a:t>
                      </a:r>
                    </a:p>
                  </a:txBody>
                  <a:tcPr/>
                </a:tc>
                <a:tc>
                  <a:txBody>
                    <a:bodyPr/>
                    <a:lstStyle/>
                    <a:p>
                      <a:pPr algn="ctr"/>
                      <a:r>
                        <a:rPr lang="en-PH" sz="2800" dirty="0"/>
                        <a:t>163</a:t>
                      </a:r>
                    </a:p>
                  </a:txBody>
                  <a:tcPr/>
                </a:tc>
                <a:tc>
                  <a:txBody>
                    <a:bodyPr/>
                    <a:lstStyle/>
                    <a:p>
                      <a:pPr algn="ctr"/>
                      <a:r>
                        <a:rPr lang="en-PH" sz="2800" dirty="0"/>
                        <a:t>143</a:t>
                      </a:r>
                    </a:p>
                  </a:txBody>
                  <a:tcPr/>
                </a:tc>
                <a:tc>
                  <a:txBody>
                    <a:bodyPr/>
                    <a:lstStyle/>
                    <a:p>
                      <a:pPr algn="ctr"/>
                      <a:r>
                        <a:rPr lang="en-PH" sz="2800" dirty="0"/>
                        <a:t>67</a:t>
                      </a:r>
                    </a:p>
                  </a:txBody>
                  <a:tcPr/>
                </a:tc>
                <a:tc>
                  <a:txBody>
                    <a:bodyPr/>
                    <a:lstStyle/>
                    <a:p>
                      <a:pPr algn="ctr"/>
                      <a:r>
                        <a:rPr lang="en-PH" sz="2800" dirty="0"/>
                        <a:t>112</a:t>
                      </a:r>
                    </a:p>
                  </a:txBody>
                  <a:tcPr/>
                </a:tc>
                <a:tc>
                  <a:txBody>
                    <a:bodyPr/>
                    <a:lstStyle/>
                    <a:p>
                      <a:pPr algn="ctr"/>
                      <a:r>
                        <a:rPr lang="en-PH" sz="2800" dirty="0"/>
                        <a:t>70</a:t>
                      </a:r>
                    </a:p>
                  </a:txBody>
                  <a:tcPr/>
                </a:tc>
                <a:tc>
                  <a:txBody>
                    <a:bodyPr/>
                    <a:lstStyle/>
                    <a:p>
                      <a:pPr algn="ctr"/>
                      <a:endParaRPr lang="en-PH" sz="280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639610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6" name="Content Placeholder 5">
            <a:extLst>
              <a:ext uri="{FF2B5EF4-FFF2-40B4-BE49-F238E27FC236}">
                <a16:creationId xmlns:a16="http://schemas.microsoft.com/office/drawing/2014/main" id="{9526AEC1-5620-FC41-994F-63EDDC42B3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24000"/>
            <a:ext cx="11049000" cy="5140855"/>
          </a:xfrm>
        </p:spPr>
      </p:pic>
    </p:spTree>
    <p:extLst>
      <p:ext uri="{BB962C8B-B14F-4D97-AF65-F5344CB8AC3E}">
        <p14:creationId xmlns:p14="http://schemas.microsoft.com/office/powerpoint/2010/main" val="30087571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9189FCB3-BB78-AE4B-8392-E19B4030F20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70259" b="88017"/>
          <a:stretch/>
        </p:blipFill>
        <p:spPr>
          <a:xfrm>
            <a:off x="838200" y="1846273"/>
            <a:ext cx="3124200" cy="515927"/>
          </a:xfrm>
        </p:spPr>
      </p:pic>
    </p:spTree>
    <p:extLst>
      <p:ext uri="{BB962C8B-B14F-4D97-AF65-F5344CB8AC3E}">
        <p14:creationId xmlns:p14="http://schemas.microsoft.com/office/powerpoint/2010/main" val="56630813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9189FCB3-BB78-AE4B-8392-E19B4030F20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88017"/>
          <a:stretch/>
        </p:blipFill>
        <p:spPr>
          <a:xfrm>
            <a:off x="838200" y="1846273"/>
            <a:ext cx="10504762" cy="515927"/>
          </a:xfrm>
        </p:spPr>
      </p:pic>
    </p:spTree>
    <p:extLst>
      <p:ext uri="{BB962C8B-B14F-4D97-AF65-F5344CB8AC3E}">
        <p14:creationId xmlns:p14="http://schemas.microsoft.com/office/powerpoint/2010/main" val="387980468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9189FCB3-BB78-AE4B-8392-E19B4030F20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27845"/>
          <a:stretch/>
        </p:blipFill>
        <p:spPr>
          <a:xfrm>
            <a:off x="838200" y="1846273"/>
            <a:ext cx="10504762" cy="3106727"/>
          </a:xfr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1559812-B8E6-054B-975E-1C9BC6CFCEA4}"/>
                  </a:ext>
                </a:extLst>
              </p14:cNvPr>
              <p14:cNvContentPartPr/>
              <p14:nvPr/>
            </p14:nvContentPartPr>
            <p14:xfrm>
              <a:off x="1729800" y="4444920"/>
              <a:ext cx="1154520" cy="613080"/>
            </p14:xfrm>
          </p:contentPart>
        </mc:Choice>
        <mc:Fallback xmlns="">
          <p:pic>
            <p:nvPicPr>
              <p:cNvPr id="2" name="Ink 1">
                <a:extLst>
                  <a:ext uri="{FF2B5EF4-FFF2-40B4-BE49-F238E27FC236}">
                    <a16:creationId xmlns:a16="http://schemas.microsoft.com/office/drawing/2014/main" id="{21559812-B8E6-054B-975E-1C9BC6CFCEA4}"/>
                  </a:ext>
                </a:extLst>
              </p:cNvPr>
              <p:cNvPicPr/>
              <p:nvPr/>
            </p:nvPicPr>
            <p:blipFill>
              <a:blip r:embed="rId4"/>
              <a:stretch>
                <a:fillRect/>
              </a:stretch>
            </p:blipFill>
            <p:spPr>
              <a:xfrm>
                <a:off x="1720440" y="4435560"/>
                <a:ext cx="1173240" cy="631800"/>
              </a:xfrm>
              <a:prstGeom prst="rect">
                <a:avLst/>
              </a:prstGeom>
            </p:spPr>
          </p:pic>
        </mc:Fallback>
      </mc:AlternateContent>
    </p:spTree>
    <p:extLst>
      <p:ext uri="{BB962C8B-B14F-4D97-AF65-F5344CB8AC3E}">
        <p14:creationId xmlns:p14="http://schemas.microsoft.com/office/powerpoint/2010/main" val="31434217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7" name="Content Placeholder 6">
            <a:extLst>
              <a:ext uri="{FF2B5EF4-FFF2-40B4-BE49-F238E27FC236}">
                <a16:creationId xmlns:a16="http://schemas.microsoft.com/office/drawing/2014/main" id="{9189FCB3-BB78-AE4B-8392-E19B4030F2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46273"/>
            <a:ext cx="10504762" cy="4305600"/>
          </a:xfrm>
        </p:spPr>
      </p:pic>
    </p:spTree>
    <p:extLst>
      <p:ext uri="{BB962C8B-B14F-4D97-AF65-F5344CB8AC3E}">
        <p14:creationId xmlns:p14="http://schemas.microsoft.com/office/powerpoint/2010/main" val="96612057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6" name="Content Placeholder 5">
            <a:extLst>
              <a:ext uri="{FF2B5EF4-FFF2-40B4-BE49-F238E27FC236}">
                <a16:creationId xmlns:a16="http://schemas.microsoft.com/office/drawing/2014/main" id="{6244C626-863A-D04D-B5BA-950D4700119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73913" b="64802"/>
          <a:stretch/>
        </p:blipFill>
        <p:spPr>
          <a:xfrm>
            <a:off x="762000" y="2035823"/>
            <a:ext cx="2743200" cy="478777"/>
          </a:xfrm>
        </p:spPr>
      </p:pic>
    </p:spTree>
    <p:extLst>
      <p:ext uri="{BB962C8B-B14F-4D97-AF65-F5344CB8AC3E}">
        <p14:creationId xmlns:p14="http://schemas.microsoft.com/office/powerpoint/2010/main" val="36666613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6" name="Content Placeholder 5">
            <a:extLst>
              <a:ext uri="{FF2B5EF4-FFF2-40B4-BE49-F238E27FC236}">
                <a16:creationId xmlns:a16="http://schemas.microsoft.com/office/drawing/2014/main" id="{6244C626-863A-D04D-B5BA-950D470011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2035823"/>
            <a:ext cx="10515600" cy="1360226"/>
          </a:xfrm>
        </p:spPr>
      </p:pic>
    </p:spTree>
    <p:extLst>
      <p:ext uri="{BB962C8B-B14F-4D97-AF65-F5344CB8AC3E}">
        <p14:creationId xmlns:p14="http://schemas.microsoft.com/office/powerpoint/2010/main" val="198003593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dirty="0"/>
              <a:t>Applications of the normal distribution</a:t>
            </a:r>
          </a:p>
        </p:txBody>
      </p:sp>
      <p:pic>
        <p:nvPicPr>
          <p:cNvPr id="6" name="Content Placeholder 5">
            <a:extLst>
              <a:ext uri="{FF2B5EF4-FFF2-40B4-BE49-F238E27FC236}">
                <a16:creationId xmlns:a16="http://schemas.microsoft.com/office/drawing/2014/main" id="{6244C626-863A-D04D-B5BA-950D470011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2035823"/>
            <a:ext cx="10515600" cy="1360226"/>
          </a:xfrm>
        </p:spPr>
      </p:pic>
      <p:sp>
        <p:nvSpPr>
          <p:cNvPr id="2" name="Rectangle 1">
            <a:extLst>
              <a:ext uri="{FF2B5EF4-FFF2-40B4-BE49-F238E27FC236}">
                <a16:creationId xmlns:a16="http://schemas.microsoft.com/office/drawing/2014/main" id="{6C0E655D-8D85-6C42-B10F-EACDB8CEF9A4}"/>
              </a:ext>
            </a:extLst>
          </p:cNvPr>
          <p:cNvSpPr/>
          <p:nvPr/>
        </p:nvSpPr>
        <p:spPr>
          <a:xfrm>
            <a:off x="852616" y="3741184"/>
            <a:ext cx="9510584" cy="523220"/>
          </a:xfrm>
          <a:prstGeom prst="rect">
            <a:avLst/>
          </a:prstGeom>
        </p:spPr>
        <p:txBody>
          <a:bodyPr wrap="square">
            <a:spAutoFit/>
          </a:bodyPr>
          <a:lstStyle/>
          <a:p>
            <a:r>
              <a:rPr lang="en-PH" sz="2800" dirty="0">
                <a:latin typeface="Times" pitchFamily="2" charset="0"/>
              </a:rPr>
              <a:t>In summary, the distribution is somewhat negatively skewed.</a:t>
            </a:r>
            <a:endParaRPr lang="en-PH" sz="2800" dirty="0">
              <a:effectLst/>
              <a:latin typeface="Times" pitchFamily="2" charset="0"/>
            </a:endParaRPr>
          </a:p>
        </p:txBody>
      </p:sp>
    </p:spTree>
    <p:extLst>
      <p:ext uri="{BB962C8B-B14F-4D97-AF65-F5344CB8AC3E}">
        <p14:creationId xmlns:p14="http://schemas.microsoft.com/office/powerpoint/2010/main" val="60862097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Text Placeholder 4"/>
          <p:cNvSpPr>
            <a:spLocks noGrp="1"/>
          </p:cNvSpPr>
          <p:nvPr>
            <p:ph type="body" idx="1"/>
          </p:nvPr>
        </p:nvSpPr>
        <p:spPr/>
        <p:txBody>
          <a:bodyPr/>
          <a:lstStyle/>
          <a:p>
            <a:r>
              <a:rPr lang="en-PH" dirty="0"/>
              <a:t>LESSON 6.4</a:t>
            </a:r>
          </a:p>
        </p:txBody>
      </p:sp>
    </p:spTree>
    <p:extLst>
      <p:ext uri="{BB962C8B-B14F-4D97-AF65-F5344CB8AC3E}">
        <p14:creationId xmlns:p14="http://schemas.microsoft.com/office/powerpoint/2010/main" val="151640813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200" b="1" dirty="0"/>
              <a:t>Distribution of Sample Means</a:t>
            </a:r>
          </a:p>
          <a:p>
            <a:pPr marL="114300" indent="0">
              <a:buNone/>
            </a:pPr>
            <a:r>
              <a:rPr lang="en-PH" sz="3200" dirty="0"/>
              <a:t>	Suppose a researcher selects a sample of 30 adult males and finds the mean of the triglyceride levels for the sample subjects to be 187 milligrams/</a:t>
            </a:r>
            <a:r>
              <a:rPr lang="en-PH" sz="3200" dirty="0" err="1"/>
              <a:t>deciliter</a:t>
            </a:r>
            <a:r>
              <a:rPr lang="en-PH" sz="3200" dirty="0"/>
              <a:t>. Then suppose a second sample is selected, and the mean of that sample is found to be 192 milligrams/</a:t>
            </a:r>
            <a:r>
              <a:rPr lang="en-PH" sz="3200" dirty="0" err="1"/>
              <a:t>deciliter</a:t>
            </a:r>
            <a:r>
              <a:rPr lang="en-PH" sz="3200" dirty="0"/>
              <a:t>. Continue the process for 10 samples. The sample means constitute a </a:t>
            </a:r>
            <a:r>
              <a:rPr lang="en-PH" sz="3200" i="1" dirty="0"/>
              <a:t>sampling distribution of sample means</a:t>
            </a:r>
            <a:r>
              <a:rPr lang="en-PH" sz="3200" dirty="0"/>
              <a:t>.</a:t>
            </a:r>
          </a:p>
        </p:txBody>
      </p:sp>
    </p:spTree>
    <p:extLst>
      <p:ext uri="{BB962C8B-B14F-4D97-AF65-F5344CB8AC3E}">
        <p14:creationId xmlns:p14="http://schemas.microsoft.com/office/powerpoint/2010/main" val="191105066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000" b="1" dirty="0"/>
              <a:t>Distribution of Sample Means</a:t>
            </a:r>
          </a:p>
          <a:p>
            <a:pPr marL="114300" indent="0">
              <a:buNone/>
            </a:pPr>
            <a:r>
              <a:rPr lang="en-PH" sz="4000" dirty="0"/>
              <a:t>	A </a:t>
            </a:r>
            <a:r>
              <a:rPr lang="en-PH" sz="4000" b="1" dirty="0"/>
              <a:t>sampling distribution of sample means </a:t>
            </a:r>
            <a:r>
              <a:rPr lang="en-PH" sz="4000" dirty="0"/>
              <a:t>is a distribution using the means computed from all possible random samples of a specific size taken from a population.</a:t>
            </a:r>
          </a:p>
        </p:txBody>
      </p:sp>
    </p:spTree>
    <p:extLst>
      <p:ext uri="{BB962C8B-B14F-4D97-AF65-F5344CB8AC3E}">
        <p14:creationId xmlns:p14="http://schemas.microsoft.com/office/powerpoint/2010/main" val="129105885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000" b="1" dirty="0"/>
              <a:t>Distribution of Sample Means</a:t>
            </a:r>
          </a:p>
          <a:p>
            <a:pPr marL="114300" indent="0">
              <a:buNone/>
            </a:pPr>
            <a:r>
              <a:rPr lang="en-PH" sz="4000" dirty="0"/>
              <a:t>	</a:t>
            </a:r>
            <a:r>
              <a:rPr lang="en-PH" sz="4000" b="1" dirty="0"/>
              <a:t>Sampling error</a:t>
            </a:r>
            <a:r>
              <a:rPr lang="en-PH" sz="4000" dirty="0"/>
              <a:t> is the difference between the sample measure and the corresponding population measure due to the fact that the sample is not a perfect representation of the population.</a:t>
            </a:r>
            <a:endParaRPr lang="en-PH" sz="4000" b="1" dirty="0"/>
          </a:p>
        </p:txBody>
      </p:sp>
    </p:spTree>
    <p:extLst>
      <p:ext uri="{BB962C8B-B14F-4D97-AF65-F5344CB8AC3E}">
        <p14:creationId xmlns:p14="http://schemas.microsoft.com/office/powerpoint/2010/main" val="28630169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0" indent="0">
              <a:buNone/>
            </a:pPr>
            <a:r>
              <a:rPr lang="en-PH" sz="3600" b="1" dirty="0"/>
              <a:t>Properties of the Distribution of Sample Means</a:t>
            </a:r>
          </a:p>
          <a:p>
            <a:r>
              <a:rPr lang="en-PH" sz="3600" dirty="0"/>
              <a:t>The mean of the sample means will be the same as the population mean.</a:t>
            </a:r>
          </a:p>
          <a:p>
            <a:r>
              <a:rPr lang="en-PH" sz="3600" dirty="0"/>
              <a:t>The standard deviation of the sample means will be smaller than the standard deviation of the population, and it will be equal to the population standard deviation divided by the square root of the sample size.</a:t>
            </a:r>
          </a:p>
        </p:txBody>
      </p:sp>
    </p:spTree>
    <p:extLst>
      <p:ext uri="{BB962C8B-B14F-4D97-AF65-F5344CB8AC3E}">
        <p14:creationId xmlns:p14="http://schemas.microsoft.com/office/powerpoint/2010/main" val="312758685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400" b="1" dirty="0"/>
              <a:t>Consider these data set:</a:t>
            </a:r>
          </a:p>
          <a:p>
            <a:pPr marL="114300" indent="0">
              <a:buNone/>
            </a:pPr>
            <a:r>
              <a:rPr lang="en-PH" sz="4400" b="1" dirty="0"/>
              <a:t>A – </a:t>
            </a:r>
            <a:r>
              <a:rPr lang="en-PH" sz="4400" dirty="0"/>
              <a:t>2, 6, 4, 8</a:t>
            </a:r>
          </a:p>
        </p:txBody>
      </p:sp>
    </p:spTree>
    <p:extLst>
      <p:ext uri="{BB962C8B-B14F-4D97-AF65-F5344CB8AC3E}">
        <p14:creationId xmlns:p14="http://schemas.microsoft.com/office/powerpoint/2010/main" val="212565352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400" b="1" dirty="0"/>
              <a:t>Consider these data set:</a:t>
            </a:r>
          </a:p>
          <a:p>
            <a:pPr marL="114300" indent="0">
              <a:buNone/>
            </a:pPr>
            <a:r>
              <a:rPr lang="en-PH" sz="4400" b="1" dirty="0"/>
              <a:t>A – </a:t>
            </a:r>
            <a:r>
              <a:rPr lang="en-PH" sz="4400" dirty="0"/>
              <a:t>2, 6, 4, 8</a:t>
            </a:r>
          </a:p>
        </p:txBody>
      </p:sp>
      <p:pic>
        <p:nvPicPr>
          <p:cNvPr id="3" name="Picture 2">
            <a:extLst>
              <a:ext uri="{FF2B5EF4-FFF2-40B4-BE49-F238E27FC236}">
                <a16:creationId xmlns:a16="http://schemas.microsoft.com/office/drawing/2014/main" id="{A87A75C7-1B25-7047-8D08-139FBB089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200400"/>
            <a:ext cx="4445000" cy="1270000"/>
          </a:xfrm>
          <a:prstGeom prst="rect">
            <a:avLst/>
          </a:prstGeom>
        </p:spPr>
      </p:pic>
    </p:spTree>
    <p:extLst>
      <p:ext uri="{BB962C8B-B14F-4D97-AF65-F5344CB8AC3E}">
        <p14:creationId xmlns:p14="http://schemas.microsoft.com/office/powerpoint/2010/main" val="341051006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400" b="1" dirty="0"/>
              <a:t>Consider these data set:</a:t>
            </a:r>
          </a:p>
          <a:p>
            <a:pPr marL="114300" indent="0">
              <a:buNone/>
            </a:pPr>
            <a:r>
              <a:rPr lang="en-PH" sz="4400" b="1" dirty="0"/>
              <a:t>A – </a:t>
            </a:r>
            <a:r>
              <a:rPr lang="en-PH" sz="4400" dirty="0"/>
              <a:t>2, 6, 4, 8</a:t>
            </a:r>
          </a:p>
        </p:txBody>
      </p:sp>
      <p:pic>
        <p:nvPicPr>
          <p:cNvPr id="3" name="Picture 2">
            <a:extLst>
              <a:ext uri="{FF2B5EF4-FFF2-40B4-BE49-F238E27FC236}">
                <a16:creationId xmlns:a16="http://schemas.microsoft.com/office/drawing/2014/main" id="{A87A75C7-1B25-7047-8D08-139FBB089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335337"/>
            <a:ext cx="4445000" cy="1270000"/>
          </a:xfrm>
          <a:prstGeom prst="rect">
            <a:avLst/>
          </a:prstGeom>
        </p:spPr>
      </p:pic>
      <p:pic>
        <p:nvPicPr>
          <p:cNvPr id="6" name="Picture 5">
            <a:extLst>
              <a:ext uri="{FF2B5EF4-FFF2-40B4-BE49-F238E27FC236}">
                <a16:creationId xmlns:a16="http://schemas.microsoft.com/office/drawing/2014/main" id="{2B7070D6-D147-2D46-9B6C-42BE3CC07D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605337"/>
            <a:ext cx="10071100" cy="1384300"/>
          </a:xfrm>
          <a:prstGeom prst="rect">
            <a:avLst/>
          </a:prstGeom>
        </p:spPr>
      </p:pic>
    </p:spTree>
    <p:extLst>
      <p:ext uri="{BB962C8B-B14F-4D97-AF65-F5344CB8AC3E}">
        <p14:creationId xmlns:p14="http://schemas.microsoft.com/office/powerpoint/2010/main" val="195275676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7" name="Content Placeholder 6">
            <a:extLst>
              <a:ext uri="{FF2B5EF4-FFF2-40B4-BE49-F238E27FC236}">
                <a16:creationId xmlns:a16="http://schemas.microsoft.com/office/drawing/2014/main" id="{30EA8961-943D-AD49-8897-1654D56910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40000" y="2147094"/>
            <a:ext cx="7112000" cy="3708400"/>
          </a:xfr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66F37AC-325A-4547-9472-CCE382F8487C}"/>
                  </a:ext>
                </a:extLst>
              </p14:cNvPr>
              <p14:cNvContentPartPr/>
              <p14:nvPr/>
            </p14:nvContentPartPr>
            <p14:xfrm>
              <a:off x="8466120" y="596520"/>
              <a:ext cx="360" cy="360"/>
            </p14:xfrm>
          </p:contentPart>
        </mc:Choice>
        <mc:Fallback xmlns="">
          <p:pic>
            <p:nvPicPr>
              <p:cNvPr id="2" name="Ink 1">
                <a:extLst>
                  <a:ext uri="{FF2B5EF4-FFF2-40B4-BE49-F238E27FC236}">
                    <a16:creationId xmlns:a16="http://schemas.microsoft.com/office/drawing/2014/main" id="{C66F37AC-325A-4547-9472-CCE382F8487C}"/>
                  </a:ext>
                </a:extLst>
              </p:cNvPr>
              <p:cNvPicPr/>
              <p:nvPr/>
            </p:nvPicPr>
            <p:blipFill>
              <a:blip r:embed="rId4"/>
              <a:stretch>
                <a:fillRect/>
              </a:stretch>
            </p:blipFill>
            <p:spPr>
              <a:xfrm>
                <a:off x="8456760" y="58716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16A09E16-22C6-874F-8673-65AA4FF016B3}"/>
                  </a:ext>
                </a:extLst>
              </p14:cNvPr>
              <p14:cNvContentPartPr/>
              <p14:nvPr/>
            </p14:nvContentPartPr>
            <p14:xfrm>
              <a:off x="6437880" y="303480"/>
              <a:ext cx="1281240" cy="1088280"/>
            </p14:xfrm>
          </p:contentPart>
        </mc:Choice>
        <mc:Fallback xmlns="">
          <p:pic>
            <p:nvPicPr>
              <p:cNvPr id="3" name="Ink 2">
                <a:extLst>
                  <a:ext uri="{FF2B5EF4-FFF2-40B4-BE49-F238E27FC236}">
                    <a16:creationId xmlns:a16="http://schemas.microsoft.com/office/drawing/2014/main" id="{16A09E16-22C6-874F-8673-65AA4FF016B3}"/>
                  </a:ext>
                </a:extLst>
              </p:cNvPr>
              <p:cNvPicPr/>
              <p:nvPr/>
            </p:nvPicPr>
            <p:blipFill>
              <a:blip r:embed="rId6"/>
              <a:stretch>
                <a:fillRect/>
              </a:stretch>
            </p:blipFill>
            <p:spPr>
              <a:xfrm>
                <a:off x="6428520" y="294120"/>
                <a:ext cx="1299960" cy="1107000"/>
              </a:xfrm>
              <a:prstGeom prst="rect">
                <a:avLst/>
              </a:prstGeom>
            </p:spPr>
          </p:pic>
        </mc:Fallback>
      </mc:AlternateContent>
    </p:spTree>
    <p:extLst>
      <p:ext uri="{BB962C8B-B14F-4D97-AF65-F5344CB8AC3E}">
        <p14:creationId xmlns:p14="http://schemas.microsoft.com/office/powerpoint/2010/main" val="396956907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6" name="Content Placeholder 5">
            <a:extLst>
              <a:ext uri="{FF2B5EF4-FFF2-40B4-BE49-F238E27FC236}">
                <a16:creationId xmlns:a16="http://schemas.microsoft.com/office/drawing/2014/main" id="{9D5E3A30-5E18-5D44-950A-8DFC062AA1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8395" y="1825625"/>
            <a:ext cx="8815210" cy="4351338"/>
          </a:xfr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7B78045-6F59-F941-A2D6-01773594B5F4}"/>
                  </a:ext>
                </a:extLst>
              </p14:cNvPr>
              <p14:cNvContentPartPr/>
              <p14:nvPr/>
            </p14:nvContentPartPr>
            <p14:xfrm>
              <a:off x="3817800" y="959040"/>
              <a:ext cx="6756120" cy="5283000"/>
            </p14:xfrm>
          </p:contentPart>
        </mc:Choice>
        <mc:Fallback xmlns="">
          <p:pic>
            <p:nvPicPr>
              <p:cNvPr id="2" name="Ink 1">
                <a:extLst>
                  <a:ext uri="{FF2B5EF4-FFF2-40B4-BE49-F238E27FC236}">
                    <a16:creationId xmlns:a16="http://schemas.microsoft.com/office/drawing/2014/main" id="{B7B78045-6F59-F941-A2D6-01773594B5F4}"/>
                  </a:ext>
                </a:extLst>
              </p:cNvPr>
              <p:cNvPicPr/>
              <p:nvPr/>
            </p:nvPicPr>
            <p:blipFill>
              <a:blip r:embed="rId4"/>
              <a:stretch>
                <a:fillRect/>
              </a:stretch>
            </p:blipFill>
            <p:spPr>
              <a:xfrm>
                <a:off x="3808440" y="949680"/>
                <a:ext cx="6774840" cy="5301720"/>
              </a:xfrm>
              <a:prstGeom prst="rect">
                <a:avLst/>
              </a:prstGeom>
            </p:spPr>
          </p:pic>
        </mc:Fallback>
      </mc:AlternateContent>
    </p:spTree>
    <p:extLst>
      <p:ext uri="{BB962C8B-B14F-4D97-AF65-F5344CB8AC3E}">
        <p14:creationId xmlns:p14="http://schemas.microsoft.com/office/powerpoint/2010/main" val="362769852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7" name="Content Placeholder 6">
            <a:extLst>
              <a:ext uri="{FF2B5EF4-FFF2-40B4-BE49-F238E27FC236}">
                <a16:creationId xmlns:a16="http://schemas.microsoft.com/office/drawing/2014/main" id="{4712F255-1530-BD4B-AC57-F189AC9593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10400" y="583234"/>
            <a:ext cx="5003800" cy="5920527"/>
          </a:xfrm>
        </p:spPr>
      </p:pic>
    </p:spTree>
    <p:extLst>
      <p:ext uri="{BB962C8B-B14F-4D97-AF65-F5344CB8AC3E}">
        <p14:creationId xmlns:p14="http://schemas.microsoft.com/office/powerpoint/2010/main" val="51325788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7" name="Content Placeholder 6">
            <a:extLst>
              <a:ext uri="{FF2B5EF4-FFF2-40B4-BE49-F238E27FC236}">
                <a16:creationId xmlns:a16="http://schemas.microsoft.com/office/drawing/2014/main" id="{4712F255-1530-BD4B-AC57-F189AC9593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10400" y="583234"/>
            <a:ext cx="5003800" cy="5920527"/>
          </a:xfrm>
        </p:spPr>
      </p:pic>
      <p:pic>
        <p:nvPicPr>
          <p:cNvPr id="3" name="Picture 2">
            <a:extLst>
              <a:ext uri="{FF2B5EF4-FFF2-40B4-BE49-F238E27FC236}">
                <a16:creationId xmlns:a16="http://schemas.microsoft.com/office/drawing/2014/main" id="{69C18885-F593-E644-BECA-370FC97D1E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971800"/>
            <a:ext cx="6083300" cy="1612900"/>
          </a:xfrm>
          <a:prstGeom prst="rect">
            <a:avLst/>
          </a:prstGeom>
        </p:spPr>
      </p:pic>
    </p:spTree>
    <p:extLst>
      <p:ext uri="{BB962C8B-B14F-4D97-AF65-F5344CB8AC3E}">
        <p14:creationId xmlns:p14="http://schemas.microsoft.com/office/powerpoint/2010/main" val="123458179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9" name="Content Placeholder 8">
            <a:extLst>
              <a:ext uri="{FF2B5EF4-FFF2-40B4-BE49-F238E27FC236}">
                <a16:creationId xmlns:a16="http://schemas.microsoft.com/office/drawing/2014/main" id="{E7A34BD8-A65A-9541-A3CF-33BFDBB2FF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2100" y="1439164"/>
            <a:ext cx="9067800" cy="5053711"/>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CE4C1E2-9BCF-8F43-A5A2-D9FF1552F709}"/>
                  </a:ext>
                </a:extLst>
              </p14:cNvPr>
              <p14:cNvContentPartPr/>
              <p14:nvPr/>
            </p14:nvContentPartPr>
            <p14:xfrm>
              <a:off x="3530880" y="2899800"/>
              <a:ext cx="6567480" cy="2428560"/>
            </p14:xfrm>
          </p:contentPart>
        </mc:Choice>
        <mc:Fallback xmlns="">
          <p:pic>
            <p:nvPicPr>
              <p:cNvPr id="2" name="Ink 1">
                <a:extLst>
                  <a:ext uri="{FF2B5EF4-FFF2-40B4-BE49-F238E27FC236}">
                    <a16:creationId xmlns:a16="http://schemas.microsoft.com/office/drawing/2014/main" id="{1CE4C1E2-9BCF-8F43-A5A2-D9FF1552F709}"/>
                  </a:ext>
                </a:extLst>
              </p:cNvPr>
              <p:cNvPicPr/>
              <p:nvPr/>
            </p:nvPicPr>
            <p:blipFill>
              <a:blip r:embed="rId4"/>
              <a:stretch>
                <a:fillRect/>
              </a:stretch>
            </p:blipFill>
            <p:spPr>
              <a:xfrm>
                <a:off x="3521520" y="2890440"/>
                <a:ext cx="6586200" cy="2447280"/>
              </a:xfrm>
              <a:prstGeom prst="rect">
                <a:avLst/>
              </a:prstGeom>
            </p:spPr>
          </p:pic>
        </mc:Fallback>
      </mc:AlternateContent>
    </p:spTree>
    <p:extLst>
      <p:ext uri="{BB962C8B-B14F-4D97-AF65-F5344CB8AC3E}">
        <p14:creationId xmlns:p14="http://schemas.microsoft.com/office/powerpoint/2010/main" val="359191852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400" b="1" dirty="0"/>
              <a:t>Properties of the Distribution Samples</a:t>
            </a:r>
          </a:p>
          <a:p>
            <a:pPr marL="114300" indent="0">
              <a:buNone/>
            </a:pPr>
            <a:r>
              <a:rPr lang="en-PH" sz="4400" dirty="0"/>
              <a:t>1. The mean of the sample means will be the same as the population mean.</a:t>
            </a:r>
          </a:p>
        </p:txBody>
      </p:sp>
      <p:pic>
        <p:nvPicPr>
          <p:cNvPr id="3" name="Picture 2">
            <a:extLst>
              <a:ext uri="{FF2B5EF4-FFF2-40B4-BE49-F238E27FC236}">
                <a16:creationId xmlns:a16="http://schemas.microsoft.com/office/drawing/2014/main" id="{11D2B87B-3DE5-494B-B13D-E21D5B44A6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4001294"/>
            <a:ext cx="1524000" cy="584200"/>
          </a:xfrm>
          <a:prstGeom prst="rect">
            <a:avLst/>
          </a:prstGeom>
        </p:spPr>
      </p:pic>
    </p:spTree>
    <p:extLst>
      <p:ext uri="{BB962C8B-B14F-4D97-AF65-F5344CB8AC3E}">
        <p14:creationId xmlns:p14="http://schemas.microsoft.com/office/powerpoint/2010/main" val="317841969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3" name="Content Placeholder 2">
            <a:extLst>
              <a:ext uri="{FF2B5EF4-FFF2-40B4-BE49-F238E27FC236}">
                <a16:creationId xmlns:a16="http://schemas.microsoft.com/office/drawing/2014/main" id="{6507C1C4-126A-A340-9BC3-20C51FA41BC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51173"/>
          <a:stretch/>
        </p:blipFill>
        <p:spPr>
          <a:xfrm>
            <a:off x="838200" y="2343883"/>
            <a:ext cx="10515600" cy="1618517"/>
          </a:xfrm>
        </p:spPr>
      </p:pic>
    </p:spTree>
    <p:extLst>
      <p:ext uri="{BB962C8B-B14F-4D97-AF65-F5344CB8AC3E}">
        <p14:creationId xmlns:p14="http://schemas.microsoft.com/office/powerpoint/2010/main" val="101958231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3" name="Content Placeholder 2">
            <a:extLst>
              <a:ext uri="{FF2B5EF4-FFF2-40B4-BE49-F238E27FC236}">
                <a16:creationId xmlns:a16="http://schemas.microsoft.com/office/drawing/2014/main" id="{6507C1C4-126A-A340-9BC3-20C51FA41BC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32783"/>
          <a:stretch/>
        </p:blipFill>
        <p:spPr>
          <a:xfrm>
            <a:off x="838200" y="2343883"/>
            <a:ext cx="10515600" cy="2228117"/>
          </a:xfrm>
        </p:spPr>
      </p:pic>
    </p:spTree>
    <p:extLst>
      <p:ext uri="{BB962C8B-B14F-4D97-AF65-F5344CB8AC3E}">
        <p14:creationId xmlns:p14="http://schemas.microsoft.com/office/powerpoint/2010/main" val="373406065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3" name="Content Placeholder 2">
            <a:extLst>
              <a:ext uri="{FF2B5EF4-FFF2-40B4-BE49-F238E27FC236}">
                <a16:creationId xmlns:a16="http://schemas.microsoft.com/office/drawing/2014/main" id="{6507C1C4-126A-A340-9BC3-20C51FA41B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43883"/>
            <a:ext cx="10515600" cy="3314821"/>
          </a:xfrm>
        </p:spPr>
      </p:pic>
    </p:spTree>
    <p:extLst>
      <p:ext uri="{BB962C8B-B14F-4D97-AF65-F5344CB8AC3E}">
        <p14:creationId xmlns:p14="http://schemas.microsoft.com/office/powerpoint/2010/main" val="353715843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Autofit/>
              </a:bodyPr>
              <a:lstStyle/>
              <a:p>
                <a:pPr marL="114300" indent="0">
                  <a:buNone/>
                </a:pPr>
                <a:r>
                  <a:rPr lang="en-PH" sz="4400" b="1" dirty="0"/>
                  <a:t>Properties of the Distribution Samples</a:t>
                </a:r>
              </a:p>
              <a:p>
                <a:pPr marL="114300" indent="0">
                  <a:buNone/>
                </a:pPr>
                <a:r>
                  <a:rPr lang="en-PH" sz="4400" dirty="0"/>
                  <a:t>2. The standard deviation of the sample mean is called the </a:t>
                </a:r>
                <a:r>
                  <a:rPr lang="en-PH" sz="4400" b="1" dirty="0"/>
                  <a:t>standard error of the mean</a:t>
                </a:r>
                <a:r>
                  <a:rPr lang="en-PH" sz="4400" dirty="0"/>
                  <a:t>. Hence,</a:t>
                </a:r>
              </a:p>
              <a:p>
                <a:pPr marL="114300" indent="0" algn="ctr">
                  <a:buNone/>
                </a:pPr>
                <a14:m>
                  <m:oMathPara xmlns:m="http://schemas.openxmlformats.org/officeDocument/2006/math">
                    <m:oMathParaPr>
                      <m:jc m:val="centerGroup"/>
                    </m:oMathParaPr>
                    <m:oMath xmlns:m="http://schemas.openxmlformats.org/officeDocument/2006/math">
                      <m:sSub>
                        <m:sSubPr>
                          <m:ctrlPr>
                            <a:rPr lang="en-PH" sz="4400" i="1">
                              <a:latin typeface="Cambria Math" panose="02040503050406030204" pitchFamily="18" charset="0"/>
                            </a:rPr>
                          </m:ctrlPr>
                        </m:sSubPr>
                        <m:e>
                          <m:r>
                            <a:rPr lang="en-PH" sz="4400" i="1">
                              <a:latin typeface="Cambria Math"/>
                              <a:ea typeface="Cambria Math"/>
                            </a:rPr>
                            <m:t>𝜎</m:t>
                          </m:r>
                        </m:e>
                        <m:sub>
                          <m:r>
                            <a:rPr lang="en-PH" sz="4400" i="1">
                              <a:latin typeface="Cambria Math"/>
                            </a:rPr>
                            <m:t>𝑥</m:t>
                          </m:r>
                        </m:sub>
                      </m:sSub>
                      <m:r>
                        <a:rPr lang="en-PH" sz="4400" i="1">
                          <a:latin typeface="Cambria Math"/>
                        </a:rPr>
                        <m:t>=</m:t>
                      </m:r>
                      <m:f>
                        <m:fPr>
                          <m:ctrlPr>
                            <a:rPr lang="en-PH" sz="4400" i="1">
                              <a:latin typeface="Cambria Math" panose="02040503050406030204" pitchFamily="18" charset="0"/>
                            </a:rPr>
                          </m:ctrlPr>
                        </m:fPr>
                        <m:num>
                          <m:r>
                            <a:rPr lang="en-PH" sz="4400" i="1">
                              <a:latin typeface="Cambria Math"/>
                              <a:ea typeface="Cambria Math"/>
                            </a:rPr>
                            <m:t>𝜎</m:t>
                          </m:r>
                        </m:num>
                        <m:den>
                          <m:rad>
                            <m:radPr>
                              <m:degHide m:val="on"/>
                              <m:ctrlPr>
                                <a:rPr lang="en-PH" sz="4400" i="1">
                                  <a:latin typeface="Cambria Math" panose="02040503050406030204" pitchFamily="18" charset="0"/>
                                </a:rPr>
                              </m:ctrlPr>
                            </m:radPr>
                            <m:deg/>
                            <m:e>
                              <m:r>
                                <a:rPr lang="en-PH" sz="4400" i="1">
                                  <a:latin typeface="Cambria Math"/>
                                </a:rPr>
                                <m:t>𝑛</m:t>
                              </m:r>
                            </m:e>
                          </m:rad>
                        </m:den>
                      </m:f>
                    </m:oMath>
                  </m:oMathPara>
                </a14:m>
                <a:endParaRPr lang="en-PH" sz="44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1327" t="-436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5F7CD8E-E26B-6A44-AD1C-EB8108955EF3}"/>
                  </a:ext>
                </a:extLst>
              </p14:cNvPr>
              <p14:cNvContentPartPr/>
              <p14:nvPr/>
            </p14:nvContentPartPr>
            <p14:xfrm>
              <a:off x="5360760" y="4955040"/>
              <a:ext cx="182520" cy="5040"/>
            </p14:xfrm>
          </p:contentPart>
        </mc:Choice>
        <mc:Fallback xmlns="">
          <p:pic>
            <p:nvPicPr>
              <p:cNvPr id="2" name="Ink 1">
                <a:extLst>
                  <a:ext uri="{FF2B5EF4-FFF2-40B4-BE49-F238E27FC236}">
                    <a16:creationId xmlns:a16="http://schemas.microsoft.com/office/drawing/2014/main" id="{F5F7CD8E-E26B-6A44-AD1C-EB8108955EF3}"/>
                  </a:ext>
                </a:extLst>
              </p:cNvPr>
              <p:cNvPicPr/>
              <p:nvPr/>
            </p:nvPicPr>
            <p:blipFill>
              <a:blip r:embed="rId4"/>
              <a:stretch>
                <a:fillRect/>
              </a:stretch>
            </p:blipFill>
            <p:spPr>
              <a:xfrm>
                <a:off x="5351400" y="4945680"/>
                <a:ext cx="201240" cy="23760"/>
              </a:xfrm>
              <a:prstGeom prst="rect">
                <a:avLst/>
              </a:prstGeom>
            </p:spPr>
          </p:pic>
        </mc:Fallback>
      </mc:AlternateContent>
    </p:spTree>
    <p:extLst>
      <p:ext uri="{BB962C8B-B14F-4D97-AF65-F5344CB8AC3E}">
        <p14:creationId xmlns:p14="http://schemas.microsoft.com/office/powerpoint/2010/main" val="334711034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200" b="1" dirty="0"/>
              <a:t>Properties of the Distribution Samples</a:t>
            </a:r>
          </a:p>
          <a:p>
            <a:pPr marL="114300" indent="0">
              <a:buNone/>
            </a:pPr>
            <a:r>
              <a:rPr lang="en-PH" sz="3600" dirty="0"/>
              <a:t>3. Shape of the distribution of sample means – </a:t>
            </a:r>
            <a:r>
              <a:rPr lang="en-PH" sz="3600" b="1" dirty="0"/>
              <a:t>central limit theorem</a:t>
            </a:r>
            <a:r>
              <a:rPr lang="en-PH" sz="3600" dirty="0"/>
              <a:t>.</a:t>
            </a:r>
            <a:endParaRPr lang="en-PH" sz="3200" dirty="0"/>
          </a:p>
        </p:txBody>
      </p:sp>
    </p:spTree>
    <p:extLst>
      <p:ext uri="{BB962C8B-B14F-4D97-AF65-F5344CB8AC3E}">
        <p14:creationId xmlns:p14="http://schemas.microsoft.com/office/powerpoint/2010/main" val="200393426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Autofit/>
              </a:bodyPr>
              <a:lstStyle/>
              <a:p>
                <a:pPr marL="114300" indent="0">
                  <a:buNone/>
                </a:pPr>
                <a:r>
                  <a:rPr lang="en-PH" sz="4000" dirty="0"/>
                  <a:t>	As the sample size </a:t>
                </a:r>
                <a:r>
                  <a:rPr lang="en-PH" sz="4000" i="1" dirty="0"/>
                  <a:t>n</a:t>
                </a:r>
                <a:r>
                  <a:rPr lang="en-PH" sz="4000" dirty="0"/>
                  <a:t> increases without limit, the shape of the distribution of sample means taken with a replacement from a population with mean </a:t>
                </a:r>
                <a14:m>
                  <m:oMath xmlns:m="http://schemas.openxmlformats.org/officeDocument/2006/math">
                    <m:r>
                      <a:rPr lang="en-PH" sz="4000" i="1">
                        <a:latin typeface="Cambria Math"/>
                        <a:ea typeface="Cambria Math"/>
                      </a:rPr>
                      <m:t>𝜇</m:t>
                    </m:r>
                  </m:oMath>
                </a14:m>
                <a:r>
                  <a:rPr lang="en-PH" sz="4000" dirty="0"/>
                  <a:t> and standard deviation </a:t>
                </a:r>
                <a14:m>
                  <m:oMath xmlns:m="http://schemas.openxmlformats.org/officeDocument/2006/math">
                    <m:r>
                      <a:rPr lang="en-PH" sz="4000" i="1">
                        <a:latin typeface="Cambria Math"/>
                        <a:ea typeface="Cambria Math"/>
                      </a:rPr>
                      <m:t>𝜎</m:t>
                    </m:r>
                  </m:oMath>
                </a14:m>
                <a:r>
                  <a:rPr lang="en-PH" sz="4000" dirty="0"/>
                  <a:t> will approach a normal distribution. As previously shown, this distribution will have a mean </a:t>
                </a:r>
                <a14:m>
                  <m:oMath xmlns:m="http://schemas.openxmlformats.org/officeDocument/2006/math">
                    <m:r>
                      <a:rPr lang="en-PH" sz="4000" i="1">
                        <a:latin typeface="Cambria Math"/>
                        <a:ea typeface="Cambria Math"/>
                      </a:rPr>
                      <m:t>𝜇</m:t>
                    </m:r>
                  </m:oMath>
                </a14:m>
                <a:r>
                  <a:rPr lang="en-PH" sz="4000" dirty="0"/>
                  <a:t> and a standard deviation </a:t>
                </a:r>
                <a14:m>
                  <m:oMath xmlns:m="http://schemas.openxmlformats.org/officeDocument/2006/math">
                    <m:f>
                      <m:fPr>
                        <m:ctrlPr>
                          <a:rPr lang="en-PH" sz="4000" i="1">
                            <a:latin typeface="Cambria Math" panose="02040503050406030204" pitchFamily="18" charset="0"/>
                          </a:rPr>
                        </m:ctrlPr>
                      </m:fPr>
                      <m:num>
                        <m:r>
                          <a:rPr lang="en-PH" sz="4000" i="1">
                            <a:latin typeface="Cambria Math"/>
                            <a:ea typeface="Cambria Math"/>
                          </a:rPr>
                          <m:t>𝜎</m:t>
                        </m:r>
                      </m:num>
                      <m:den>
                        <m:rad>
                          <m:radPr>
                            <m:degHide m:val="on"/>
                            <m:ctrlPr>
                              <a:rPr lang="en-PH" sz="4000" i="1">
                                <a:latin typeface="Cambria Math" panose="02040503050406030204" pitchFamily="18" charset="0"/>
                              </a:rPr>
                            </m:ctrlPr>
                          </m:radPr>
                          <m:deg/>
                          <m:e>
                            <m:r>
                              <a:rPr lang="en-PH" sz="4000" i="1">
                                <a:latin typeface="Cambria Math"/>
                              </a:rPr>
                              <m:t>𝑛</m:t>
                            </m:r>
                          </m:e>
                        </m:rad>
                      </m:den>
                    </m:f>
                  </m:oMath>
                </a14:m>
                <a:r>
                  <a:rPr lang="en-PH" sz="4000" dirty="0"/>
                  <a:t>.</a:t>
                </a:r>
              </a:p>
              <a:p>
                <a:pPr marL="114300" indent="0">
                  <a:buNone/>
                </a:pPr>
                <a:endParaRPr lang="en-PH" sz="40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965" t="-3488" r="-205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5E49BAA-B214-6F41-9DD1-8E2224E4BC15}"/>
                  </a:ext>
                </a:extLst>
              </p14:cNvPr>
              <p14:cNvContentPartPr/>
              <p14:nvPr/>
            </p14:nvContentPartPr>
            <p14:xfrm>
              <a:off x="7366680" y="4987800"/>
              <a:ext cx="89640" cy="112320"/>
            </p14:xfrm>
          </p:contentPart>
        </mc:Choice>
        <mc:Fallback xmlns="">
          <p:pic>
            <p:nvPicPr>
              <p:cNvPr id="2" name="Ink 1">
                <a:extLst>
                  <a:ext uri="{FF2B5EF4-FFF2-40B4-BE49-F238E27FC236}">
                    <a16:creationId xmlns:a16="http://schemas.microsoft.com/office/drawing/2014/main" id="{B5E49BAA-B214-6F41-9DD1-8E2224E4BC15}"/>
                  </a:ext>
                </a:extLst>
              </p:cNvPr>
              <p:cNvPicPr/>
              <p:nvPr/>
            </p:nvPicPr>
            <p:blipFill>
              <a:blip r:embed="rId4"/>
              <a:stretch>
                <a:fillRect/>
              </a:stretch>
            </p:blipFill>
            <p:spPr>
              <a:xfrm>
                <a:off x="7357320" y="4978440"/>
                <a:ext cx="108360" cy="131040"/>
              </a:xfrm>
              <a:prstGeom prst="rect">
                <a:avLst/>
              </a:prstGeom>
            </p:spPr>
          </p:pic>
        </mc:Fallback>
      </mc:AlternateContent>
    </p:spTree>
    <p:extLst>
      <p:ext uri="{BB962C8B-B14F-4D97-AF65-F5344CB8AC3E}">
        <p14:creationId xmlns:p14="http://schemas.microsoft.com/office/powerpoint/2010/main" val="8644811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Autofit/>
              </a:bodyPr>
              <a:lstStyle/>
              <a:p>
                <a:pPr marL="114300" indent="0">
                  <a:buNone/>
                </a:pPr>
                <a:r>
                  <a:rPr lang="en-PH" sz="3600" dirty="0"/>
                  <a:t>	The </a:t>
                </a:r>
                <a:r>
                  <a:rPr lang="en-PH" sz="3600" b="1" dirty="0"/>
                  <a:t>Central Limit Theorem</a:t>
                </a:r>
                <a:r>
                  <a:rPr lang="en-PH" sz="3600" dirty="0"/>
                  <a:t> can be used to answer questions about individual values, but a new formula must be used:</a:t>
                </a:r>
              </a:p>
              <a:p>
                <a:pPr marL="114300" indent="0" algn="ctr">
                  <a:buNone/>
                </a:pPr>
                <a14:m>
                  <m:oMathPara xmlns:m="http://schemas.openxmlformats.org/officeDocument/2006/math">
                    <m:oMathParaPr>
                      <m:jc m:val="centerGroup"/>
                    </m:oMathParaPr>
                    <m:oMath xmlns:m="http://schemas.openxmlformats.org/officeDocument/2006/math">
                      <m:r>
                        <a:rPr lang="en-PH" sz="3600" i="1">
                          <a:latin typeface="Cambria Math"/>
                        </a:rPr>
                        <m:t>𝑧</m:t>
                      </m:r>
                      <m:r>
                        <a:rPr lang="en-PH" sz="3600" i="1">
                          <a:latin typeface="Cambria Math"/>
                        </a:rPr>
                        <m:t>= </m:t>
                      </m:r>
                      <m:f>
                        <m:fPr>
                          <m:ctrlPr>
                            <a:rPr lang="en-PH" sz="3600" i="1">
                              <a:latin typeface="Cambria Math" panose="02040503050406030204" pitchFamily="18" charset="0"/>
                            </a:rPr>
                          </m:ctrlPr>
                        </m:fPr>
                        <m:num>
                          <m:acc>
                            <m:accPr>
                              <m:chr m:val="̅"/>
                              <m:ctrlPr>
                                <a:rPr lang="en-PH" sz="3600" i="1">
                                  <a:latin typeface="Cambria Math" panose="02040503050406030204" pitchFamily="18" charset="0"/>
                                </a:rPr>
                              </m:ctrlPr>
                            </m:accPr>
                            <m:e>
                              <m:r>
                                <a:rPr lang="en-PH" sz="3600" i="1">
                                  <a:latin typeface="Cambria Math"/>
                                </a:rPr>
                                <m:t>𝑋</m:t>
                              </m:r>
                            </m:e>
                          </m:acc>
                          <m:r>
                            <a:rPr lang="en-PH" sz="3600" i="1">
                              <a:latin typeface="Cambria Math"/>
                            </a:rPr>
                            <m:t>−</m:t>
                          </m:r>
                          <m:r>
                            <a:rPr lang="en-PH" sz="3600" i="1">
                              <a:latin typeface="Cambria Math"/>
                              <a:ea typeface="Cambria Math"/>
                            </a:rPr>
                            <m:t>𝜇</m:t>
                          </m:r>
                        </m:num>
                        <m:den>
                          <m:r>
                            <a:rPr lang="en-PH" sz="3600" i="1">
                              <a:latin typeface="Cambria Math"/>
                              <a:ea typeface="Cambria Math"/>
                            </a:rPr>
                            <m:t>𝜎</m:t>
                          </m:r>
                          <m:r>
                            <a:rPr lang="en-PH" sz="3600" i="1">
                              <a:latin typeface="Cambria Math"/>
                              <a:ea typeface="Cambria Math"/>
                            </a:rPr>
                            <m:t>/</m:t>
                          </m:r>
                          <m:rad>
                            <m:radPr>
                              <m:degHide m:val="on"/>
                              <m:ctrlPr>
                                <a:rPr lang="en-PH" sz="3600" i="1">
                                  <a:latin typeface="Cambria Math" panose="02040503050406030204" pitchFamily="18" charset="0"/>
                                  <a:ea typeface="Cambria Math"/>
                                </a:rPr>
                              </m:ctrlPr>
                            </m:radPr>
                            <m:deg/>
                            <m:e>
                              <m:r>
                                <a:rPr lang="en-PH" sz="3600" i="1">
                                  <a:latin typeface="Cambria Math"/>
                                  <a:ea typeface="Cambria Math"/>
                                </a:rPr>
                                <m:t>𝑛</m:t>
                              </m:r>
                            </m:e>
                          </m:rad>
                        </m:den>
                      </m:f>
                    </m:oMath>
                  </m:oMathPara>
                </a14:m>
                <a:endParaRPr lang="en-PH" sz="36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815" t="-2092" r="-1852"/>
                </a:stretch>
              </a:blipFill>
            </p:spPr>
            <p:txBody>
              <a:bodyPr/>
              <a:lstStyle/>
              <a:p>
                <a:r>
                  <a:rPr lang="en-PH">
                    <a:noFill/>
                  </a:rPr>
                  <a:t> </a:t>
                </a:r>
              </a:p>
            </p:txBody>
          </p:sp>
        </mc:Fallback>
      </mc:AlternateContent>
    </p:spTree>
    <p:extLst>
      <p:ext uri="{BB962C8B-B14F-4D97-AF65-F5344CB8AC3E}">
        <p14:creationId xmlns:p14="http://schemas.microsoft.com/office/powerpoint/2010/main" val="364381178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3" name="Content Placeholder 2">
            <a:extLst>
              <a:ext uri="{FF2B5EF4-FFF2-40B4-BE49-F238E27FC236}">
                <a16:creationId xmlns:a16="http://schemas.microsoft.com/office/drawing/2014/main" id="{4228F1D7-0098-0644-A837-BAC12A019C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9363" y="1825625"/>
            <a:ext cx="9533273" cy="4351338"/>
          </a:xfrm>
        </p:spPr>
      </p:pic>
    </p:spTree>
    <p:extLst>
      <p:ext uri="{BB962C8B-B14F-4D97-AF65-F5344CB8AC3E}">
        <p14:creationId xmlns:p14="http://schemas.microsoft.com/office/powerpoint/2010/main" val="367921737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000" b="1" dirty="0"/>
              <a:t>To use the Central Limit Theorem:</a:t>
            </a:r>
          </a:p>
          <a:p>
            <a:pPr marL="114300" indent="0">
              <a:buNone/>
            </a:pPr>
            <a:r>
              <a:rPr lang="en-PH" sz="4000" dirty="0"/>
              <a:t>1. When the original variable is normally distributed, the distribution of the sample means will be normally distributed, for any sample size </a:t>
            </a:r>
            <a:r>
              <a:rPr lang="en-PH" sz="4000" i="1" dirty="0"/>
              <a:t>n</a:t>
            </a:r>
            <a:r>
              <a:rPr lang="en-PH" sz="4000" dirty="0"/>
              <a:t>.</a:t>
            </a:r>
          </a:p>
        </p:txBody>
      </p:sp>
    </p:spTree>
    <p:extLst>
      <p:ext uri="{BB962C8B-B14F-4D97-AF65-F5344CB8AC3E}">
        <p14:creationId xmlns:p14="http://schemas.microsoft.com/office/powerpoint/2010/main" val="18853612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000" b="1" dirty="0"/>
              <a:t>To use the Central Limit Theorem:</a:t>
            </a:r>
          </a:p>
          <a:p>
            <a:pPr marL="114300" indent="0">
              <a:buNone/>
            </a:pPr>
            <a:r>
              <a:rPr lang="en-PH" sz="4000" dirty="0"/>
              <a:t>2. When the distribution of the original variable might not be normal, a sample size of 30 or more is needed to use a normal distribution to approximate the distribution of the sample means. The larger the sample, the better the approximation will be.</a:t>
            </a:r>
          </a:p>
        </p:txBody>
      </p:sp>
    </p:spTree>
    <p:extLst>
      <p:ext uri="{BB962C8B-B14F-4D97-AF65-F5344CB8AC3E}">
        <p14:creationId xmlns:p14="http://schemas.microsoft.com/office/powerpoint/2010/main" val="68092591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b="1" dirty="0"/>
              <a:t>Example 1: </a:t>
            </a:r>
            <a:r>
              <a:rPr lang="en-PH" sz="3600" dirty="0"/>
              <a:t>A.C. Nielsen reported that children between the ages 2 and 5 watch an average of 25 hours of television per week. Assume the variable is normally distributed and the standard deviation is 3 hours. If 20 children between the ages 2 and 5 are randomly selected, find the probability that the mean of the number of hours they watch television will be greater than 26.3 hours.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1F3D179-D5FA-624C-A8A0-DC4FE9B2AAEB}"/>
                  </a:ext>
                </a:extLst>
              </p14:cNvPr>
              <p14:cNvContentPartPr/>
              <p14:nvPr/>
            </p14:nvContentPartPr>
            <p14:xfrm>
              <a:off x="3206160" y="2261520"/>
              <a:ext cx="7966800" cy="1666440"/>
            </p14:xfrm>
          </p:contentPart>
        </mc:Choice>
        <mc:Fallback xmlns="">
          <p:pic>
            <p:nvPicPr>
              <p:cNvPr id="2" name="Ink 1">
                <a:extLst>
                  <a:ext uri="{FF2B5EF4-FFF2-40B4-BE49-F238E27FC236}">
                    <a16:creationId xmlns:a16="http://schemas.microsoft.com/office/drawing/2014/main" id="{C1F3D179-D5FA-624C-A8A0-DC4FE9B2AAEB}"/>
                  </a:ext>
                </a:extLst>
              </p:cNvPr>
              <p:cNvPicPr/>
              <p:nvPr/>
            </p:nvPicPr>
            <p:blipFill>
              <a:blip r:embed="rId3"/>
              <a:stretch>
                <a:fillRect/>
              </a:stretch>
            </p:blipFill>
            <p:spPr>
              <a:xfrm>
                <a:off x="3196800" y="2252160"/>
                <a:ext cx="7985520" cy="1685160"/>
              </a:xfrm>
              <a:prstGeom prst="rect">
                <a:avLst/>
              </a:prstGeom>
            </p:spPr>
          </p:pic>
        </mc:Fallback>
      </mc:AlternateContent>
    </p:spTree>
    <p:extLst>
      <p:ext uri="{BB962C8B-B14F-4D97-AF65-F5344CB8AC3E}">
        <p14:creationId xmlns:p14="http://schemas.microsoft.com/office/powerpoint/2010/main" val="153803591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6A4A-5EF2-4F4F-92A5-E48275DAE666}"/>
              </a:ext>
            </a:extLst>
          </p:cNvPr>
          <p:cNvSpPr>
            <a:spLocks noGrp="1"/>
          </p:cNvSpPr>
          <p:nvPr>
            <p:ph type="title"/>
          </p:nvPr>
        </p:nvSpPr>
        <p:spPr/>
        <p:txBody>
          <a:bodyPr/>
          <a:lstStyle/>
          <a:p>
            <a:r>
              <a:rPr lang="en-US" dirty="0"/>
              <a:t>Central Limit Theorem</a:t>
            </a:r>
          </a:p>
        </p:txBody>
      </p:sp>
      <p:sp>
        <p:nvSpPr>
          <p:cNvPr id="3" name="Content Placeholder 2">
            <a:extLst>
              <a:ext uri="{FF2B5EF4-FFF2-40B4-BE49-F238E27FC236}">
                <a16:creationId xmlns:a16="http://schemas.microsoft.com/office/drawing/2014/main" id="{7C1D0C14-9625-584A-8F89-A6D303E4A40E}"/>
              </a:ext>
            </a:extLst>
          </p:cNvPr>
          <p:cNvSpPr>
            <a:spLocks noGrp="1"/>
          </p:cNvSpPr>
          <p:nvPr>
            <p:ph idx="1"/>
          </p:nvPr>
        </p:nvSpPr>
        <p:spPr/>
        <p:txBody>
          <a:bodyPr>
            <a:normAutofit/>
          </a:bodyPr>
          <a:lstStyle/>
          <a:p>
            <a:pPr marL="0" indent="0">
              <a:buNone/>
            </a:pPr>
            <a:r>
              <a:rPr lang="en-PH" sz="4000" dirty="0"/>
              <a:t>Since the variable is approximately normally distributed, the distribution of sample means will be approximately normal, with a mean of 25. The standard deviation of the sample means is</a:t>
            </a:r>
          </a:p>
          <a:p>
            <a:endParaRPr lang="en-US" sz="4000" dirty="0"/>
          </a:p>
        </p:txBody>
      </p:sp>
    </p:spTree>
    <p:extLst>
      <p:ext uri="{BB962C8B-B14F-4D97-AF65-F5344CB8AC3E}">
        <p14:creationId xmlns:p14="http://schemas.microsoft.com/office/powerpoint/2010/main" val="279902329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6A4A-5EF2-4F4F-92A5-E48275DAE666}"/>
              </a:ext>
            </a:extLst>
          </p:cNvPr>
          <p:cNvSpPr>
            <a:spLocks noGrp="1"/>
          </p:cNvSpPr>
          <p:nvPr>
            <p:ph type="title"/>
          </p:nvPr>
        </p:nvSpPr>
        <p:spPr/>
        <p:txBody>
          <a:bodyPr/>
          <a:lstStyle/>
          <a:p>
            <a:r>
              <a:rPr lang="en-US" dirty="0"/>
              <a:t>Central Limit Theorem</a:t>
            </a:r>
          </a:p>
        </p:txBody>
      </p:sp>
      <p:sp>
        <p:nvSpPr>
          <p:cNvPr id="3" name="Content Placeholder 2">
            <a:extLst>
              <a:ext uri="{FF2B5EF4-FFF2-40B4-BE49-F238E27FC236}">
                <a16:creationId xmlns:a16="http://schemas.microsoft.com/office/drawing/2014/main" id="{7C1D0C14-9625-584A-8F89-A6D303E4A40E}"/>
              </a:ext>
            </a:extLst>
          </p:cNvPr>
          <p:cNvSpPr>
            <a:spLocks noGrp="1"/>
          </p:cNvSpPr>
          <p:nvPr>
            <p:ph idx="1"/>
          </p:nvPr>
        </p:nvSpPr>
        <p:spPr/>
        <p:txBody>
          <a:bodyPr>
            <a:normAutofit/>
          </a:bodyPr>
          <a:lstStyle/>
          <a:p>
            <a:pPr marL="0" indent="0">
              <a:buNone/>
            </a:pPr>
            <a:r>
              <a:rPr lang="en-PH" sz="3600" dirty="0"/>
              <a:t>Since the variable is approximately normally distributed, the distribution of sample means will be approximately normal, with a mean of 25. The standard deviation of the sample means is</a:t>
            </a:r>
          </a:p>
          <a:p>
            <a:endParaRPr lang="en-US" sz="3600" dirty="0"/>
          </a:p>
        </p:txBody>
      </p:sp>
      <p:pic>
        <p:nvPicPr>
          <p:cNvPr id="5" name="Picture 4">
            <a:extLst>
              <a:ext uri="{FF2B5EF4-FFF2-40B4-BE49-F238E27FC236}">
                <a16:creationId xmlns:a16="http://schemas.microsoft.com/office/drawing/2014/main" id="{88B183E2-882D-D94B-9E3C-FDF1E4C642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4009532"/>
            <a:ext cx="4787900" cy="1257300"/>
          </a:xfrm>
          <a:prstGeom prst="rect">
            <a:avLst/>
          </a:prstGeom>
        </p:spPr>
      </p:pic>
    </p:spTree>
    <p:extLst>
      <p:ext uri="{BB962C8B-B14F-4D97-AF65-F5344CB8AC3E}">
        <p14:creationId xmlns:p14="http://schemas.microsoft.com/office/powerpoint/2010/main" val="380847073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6A4A-5EF2-4F4F-92A5-E48275DAE666}"/>
              </a:ext>
            </a:extLst>
          </p:cNvPr>
          <p:cNvSpPr>
            <a:spLocks noGrp="1"/>
          </p:cNvSpPr>
          <p:nvPr>
            <p:ph type="title"/>
          </p:nvPr>
        </p:nvSpPr>
        <p:spPr/>
        <p:txBody>
          <a:bodyPr/>
          <a:lstStyle/>
          <a:p>
            <a:r>
              <a:rPr lang="en-US" dirty="0"/>
              <a:t>Central Limit Theorem</a:t>
            </a:r>
          </a:p>
        </p:txBody>
      </p:sp>
      <p:pic>
        <p:nvPicPr>
          <p:cNvPr id="6" name="Picture 5">
            <a:extLst>
              <a:ext uri="{FF2B5EF4-FFF2-40B4-BE49-F238E27FC236}">
                <a16:creationId xmlns:a16="http://schemas.microsoft.com/office/drawing/2014/main" id="{11730B59-0718-F446-AB23-C628A5ED9A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2848468"/>
            <a:ext cx="7885338" cy="3884141"/>
          </a:xfrm>
          <a:prstGeom prst="rect">
            <a:avLst/>
          </a:prstGeom>
        </p:spPr>
      </p:pic>
      <p:sp>
        <p:nvSpPr>
          <p:cNvPr id="3" name="Content Placeholder 2">
            <a:extLst>
              <a:ext uri="{FF2B5EF4-FFF2-40B4-BE49-F238E27FC236}">
                <a16:creationId xmlns:a16="http://schemas.microsoft.com/office/drawing/2014/main" id="{7C1D0C14-9625-584A-8F89-A6D303E4A40E}"/>
              </a:ext>
            </a:extLst>
          </p:cNvPr>
          <p:cNvSpPr>
            <a:spLocks noGrp="1"/>
          </p:cNvSpPr>
          <p:nvPr>
            <p:ph idx="1"/>
          </p:nvPr>
        </p:nvSpPr>
        <p:spPr>
          <a:xfrm>
            <a:off x="762000" y="1524000"/>
            <a:ext cx="10515600" cy="4351338"/>
          </a:xfrm>
        </p:spPr>
        <p:txBody>
          <a:bodyPr>
            <a:normAutofit/>
          </a:bodyPr>
          <a:lstStyle/>
          <a:p>
            <a:pPr marL="0" indent="0">
              <a:buNone/>
            </a:pPr>
            <a:r>
              <a:rPr lang="en-PH" sz="3600" dirty="0"/>
              <a:t>Since the variable is approximately normally distributed, the distribution of sample means will be approximately normal, with a mean of 25. The standard deviation of the sample means is</a:t>
            </a:r>
          </a:p>
          <a:p>
            <a:endParaRPr lang="en-US" sz="3600" dirty="0"/>
          </a:p>
        </p:txBody>
      </p:sp>
      <p:pic>
        <p:nvPicPr>
          <p:cNvPr id="5" name="Picture 4">
            <a:extLst>
              <a:ext uri="{FF2B5EF4-FFF2-40B4-BE49-F238E27FC236}">
                <a16:creationId xmlns:a16="http://schemas.microsoft.com/office/drawing/2014/main" id="{88B183E2-882D-D94B-9E3C-FDF1E4C642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4009532"/>
            <a:ext cx="4787900" cy="12573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7460284-CC13-E944-905D-1E0E94191F44}"/>
                  </a:ext>
                </a:extLst>
              </p14:cNvPr>
              <p14:cNvContentPartPr/>
              <p14:nvPr/>
            </p14:nvContentPartPr>
            <p14:xfrm>
              <a:off x="10385640" y="6162480"/>
              <a:ext cx="729720" cy="443880"/>
            </p14:xfrm>
          </p:contentPart>
        </mc:Choice>
        <mc:Fallback xmlns="">
          <p:pic>
            <p:nvPicPr>
              <p:cNvPr id="4" name="Ink 3">
                <a:extLst>
                  <a:ext uri="{FF2B5EF4-FFF2-40B4-BE49-F238E27FC236}">
                    <a16:creationId xmlns:a16="http://schemas.microsoft.com/office/drawing/2014/main" id="{C7460284-CC13-E944-905D-1E0E94191F44}"/>
                  </a:ext>
                </a:extLst>
              </p:cNvPr>
              <p:cNvPicPr/>
              <p:nvPr/>
            </p:nvPicPr>
            <p:blipFill>
              <a:blip r:embed="rId5"/>
              <a:stretch>
                <a:fillRect/>
              </a:stretch>
            </p:blipFill>
            <p:spPr>
              <a:xfrm>
                <a:off x="10376280" y="6153120"/>
                <a:ext cx="748440" cy="462600"/>
              </a:xfrm>
              <a:prstGeom prst="rect">
                <a:avLst/>
              </a:prstGeom>
            </p:spPr>
          </p:pic>
        </mc:Fallback>
      </mc:AlternateContent>
    </p:spTree>
    <p:extLst>
      <p:ext uri="{BB962C8B-B14F-4D97-AF65-F5344CB8AC3E}">
        <p14:creationId xmlns:p14="http://schemas.microsoft.com/office/powerpoint/2010/main" val="41173893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6A4A-5EF2-4F4F-92A5-E48275DAE666}"/>
              </a:ext>
            </a:extLst>
          </p:cNvPr>
          <p:cNvSpPr>
            <a:spLocks noGrp="1"/>
          </p:cNvSpPr>
          <p:nvPr>
            <p:ph type="title"/>
          </p:nvPr>
        </p:nvSpPr>
        <p:spPr/>
        <p:txBody>
          <a:bodyPr/>
          <a:lstStyle/>
          <a:p>
            <a:r>
              <a:rPr lang="en-US" dirty="0"/>
              <a:t>Central Limit Theorem</a:t>
            </a:r>
          </a:p>
        </p:txBody>
      </p:sp>
      <p:pic>
        <p:nvPicPr>
          <p:cNvPr id="9" name="Picture 8">
            <a:extLst>
              <a:ext uri="{FF2B5EF4-FFF2-40B4-BE49-F238E27FC236}">
                <a16:creationId xmlns:a16="http://schemas.microsoft.com/office/drawing/2014/main" id="{80B2E0C7-F71D-7640-B80B-1EA0CF3CC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622" y="1524000"/>
            <a:ext cx="8521700" cy="2146300"/>
          </a:xfrm>
          <a:prstGeom prst="rect">
            <a:avLst/>
          </a:prstGeom>
        </p:spPr>
      </p:pic>
      <p:sp>
        <p:nvSpPr>
          <p:cNvPr id="11" name="Content Placeholder 10">
            <a:extLst>
              <a:ext uri="{FF2B5EF4-FFF2-40B4-BE49-F238E27FC236}">
                <a16:creationId xmlns:a16="http://schemas.microsoft.com/office/drawing/2014/main" id="{691C213B-D264-384B-912E-B212AA5D0C4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38699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6A4A-5EF2-4F4F-92A5-E48275DAE666}"/>
              </a:ext>
            </a:extLst>
          </p:cNvPr>
          <p:cNvSpPr>
            <a:spLocks noGrp="1"/>
          </p:cNvSpPr>
          <p:nvPr>
            <p:ph type="title"/>
          </p:nvPr>
        </p:nvSpPr>
        <p:spPr/>
        <p:txBody>
          <a:bodyPr/>
          <a:lstStyle/>
          <a:p>
            <a:r>
              <a:rPr lang="en-US" dirty="0"/>
              <a:t>Central Limit Theorem</a:t>
            </a:r>
          </a:p>
        </p:txBody>
      </p:sp>
      <p:sp>
        <p:nvSpPr>
          <p:cNvPr id="3" name="Content Placeholder 2">
            <a:extLst>
              <a:ext uri="{FF2B5EF4-FFF2-40B4-BE49-F238E27FC236}">
                <a16:creationId xmlns:a16="http://schemas.microsoft.com/office/drawing/2014/main" id="{7C1D0C14-9625-584A-8F89-A6D303E4A40E}"/>
              </a:ext>
            </a:extLst>
          </p:cNvPr>
          <p:cNvSpPr>
            <a:spLocks noGrp="1"/>
          </p:cNvSpPr>
          <p:nvPr>
            <p:ph idx="1"/>
          </p:nvPr>
        </p:nvSpPr>
        <p:spPr>
          <a:xfrm>
            <a:off x="762000" y="3670300"/>
            <a:ext cx="10591800" cy="2578100"/>
          </a:xfrm>
        </p:spPr>
        <p:txBody>
          <a:bodyPr>
            <a:normAutofit/>
          </a:bodyPr>
          <a:lstStyle/>
          <a:p>
            <a:pPr marL="0" indent="0">
              <a:buNone/>
            </a:pPr>
            <a:r>
              <a:rPr lang="en-PH" sz="3600" dirty="0"/>
              <a:t>The area to the right of 1.94 is 1.000 - 0.9738 = 0.0262, or 2.62%.</a:t>
            </a:r>
          </a:p>
          <a:p>
            <a:pPr marL="0" indent="0">
              <a:buNone/>
            </a:pPr>
            <a:r>
              <a:rPr lang="en-PH" sz="3600" dirty="0"/>
              <a:t>One can conclude that the probability of obtaining a sample mean larger than 26.3 hours is 2.62%</a:t>
            </a:r>
          </a:p>
          <a:p>
            <a:pPr marL="0" indent="0">
              <a:buNone/>
            </a:pPr>
            <a:endParaRPr lang="en-US" sz="3600" dirty="0"/>
          </a:p>
        </p:txBody>
      </p:sp>
      <p:pic>
        <p:nvPicPr>
          <p:cNvPr id="9" name="Picture 8">
            <a:extLst>
              <a:ext uri="{FF2B5EF4-FFF2-40B4-BE49-F238E27FC236}">
                <a16:creationId xmlns:a16="http://schemas.microsoft.com/office/drawing/2014/main" id="{80B2E0C7-F71D-7640-B80B-1EA0CF3CC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622" y="1524000"/>
            <a:ext cx="8521700" cy="2146300"/>
          </a:xfrm>
          <a:prstGeom prst="rect">
            <a:avLst/>
          </a:prstGeom>
        </p:spPr>
      </p:pic>
    </p:spTree>
    <p:extLst>
      <p:ext uri="{BB962C8B-B14F-4D97-AF65-F5344CB8AC3E}">
        <p14:creationId xmlns:p14="http://schemas.microsoft.com/office/powerpoint/2010/main" val="289932323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4000" b="1" dirty="0"/>
              <a:t>Example: </a:t>
            </a:r>
            <a:r>
              <a:rPr lang="en-PH" sz="4000" dirty="0"/>
              <a:t>The average age of a vehicle registered in the United States is 8 years, or 96 months. Assume the standard deviation is 16 months. If a random sample of 36 vehicles is selected, find the probability that the mean of their age is between 90 and 100 months.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0C76797-06C5-EA46-B6F0-F039FE8D57D5}"/>
                  </a:ext>
                </a:extLst>
              </p14:cNvPr>
              <p14:cNvContentPartPr/>
              <p14:nvPr/>
            </p14:nvContentPartPr>
            <p14:xfrm>
              <a:off x="2949840" y="5182560"/>
              <a:ext cx="2529360" cy="38520"/>
            </p14:xfrm>
          </p:contentPart>
        </mc:Choice>
        <mc:Fallback xmlns="">
          <p:pic>
            <p:nvPicPr>
              <p:cNvPr id="2" name="Ink 1">
                <a:extLst>
                  <a:ext uri="{FF2B5EF4-FFF2-40B4-BE49-F238E27FC236}">
                    <a16:creationId xmlns:a16="http://schemas.microsoft.com/office/drawing/2014/main" id="{40C76797-06C5-EA46-B6F0-F039FE8D57D5}"/>
                  </a:ext>
                </a:extLst>
              </p:cNvPr>
              <p:cNvPicPr/>
              <p:nvPr/>
            </p:nvPicPr>
            <p:blipFill>
              <a:blip r:embed="rId3"/>
              <a:stretch>
                <a:fillRect/>
              </a:stretch>
            </p:blipFill>
            <p:spPr>
              <a:xfrm>
                <a:off x="2940480" y="5173200"/>
                <a:ext cx="25480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7CB6036-1489-3048-AEF4-52FD7B20047B}"/>
                  </a:ext>
                </a:extLst>
              </p14:cNvPr>
              <p14:cNvContentPartPr/>
              <p14:nvPr/>
            </p14:nvContentPartPr>
            <p14:xfrm>
              <a:off x="5472720" y="2364480"/>
              <a:ext cx="4975920" cy="1248840"/>
            </p14:xfrm>
          </p:contentPart>
        </mc:Choice>
        <mc:Fallback xmlns="">
          <p:pic>
            <p:nvPicPr>
              <p:cNvPr id="3" name="Ink 2">
                <a:extLst>
                  <a:ext uri="{FF2B5EF4-FFF2-40B4-BE49-F238E27FC236}">
                    <a16:creationId xmlns:a16="http://schemas.microsoft.com/office/drawing/2014/main" id="{F7CB6036-1489-3048-AEF4-52FD7B20047B}"/>
                  </a:ext>
                </a:extLst>
              </p:cNvPr>
              <p:cNvPicPr/>
              <p:nvPr/>
            </p:nvPicPr>
            <p:blipFill>
              <a:blip r:embed="rId5"/>
              <a:stretch>
                <a:fillRect/>
              </a:stretch>
            </p:blipFill>
            <p:spPr>
              <a:xfrm>
                <a:off x="5463360" y="2355120"/>
                <a:ext cx="4994640" cy="1267560"/>
              </a:xfrm>
              <a:prstGeom prst="rect">
                <a:avLst/>
              </a:prstGeom>
            </p:spPr>
          </p:pic>
        </mc:Fallback>
      </mc:AlternateContent>
    </p:spTree>
    <p:extLst>
      <p:ext uri="{BB962C8B-B14F-4D97-AF65-F5344CB8AC3E}">
        <p14:creationId xmlns:p14="http://schemas.microsoft.com/office/powerpoint/2010/main" val="121990935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3" name="Picture 2">
            <a:extLst>
              <a:ext uri="{FF2B5EF4-FFF2-40B4-BE49-F238E27FC236}">
                <a16:creationId xmlns:a16="http://schemas.microsoft.com/office/drawing/2014/main" id="{77F8CACB-83A6-3849-AFE6-46724899E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3561358"/>
            <a:ext cx="6438900" cy="3169641"/>
          </a:xfrm>
          <a:prstGeom prst="rect">
            <a:avLst/>
          </a:prstGeom>
        </p:spPr>
      </p:pic>
      <p:pic>
        <p:nvPicPr>
          <p:cNvPr id="7" name="Content Placeholder 6">
            <a:extLst>
              <a:ext uri="{FF2B5EF4-FFF2-40B4-BE49-F238E27FC236}">
                <a16:creationId xmlns:a16="http://schemas.microsoft.com/office/drawing/2014/main" id="{44CFAD0B-79E8-734D-9582-388B98B4AA4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679802"/>
            <a:ext cx="3876024" cy="2587398"/>
          </a:xfr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91D7462F-BE45-4D44-8C0D-1EA71434E979}"/>
                  </a:ext>
                </a:extLst>
              </p14:cNvPr>
              <p14:cNvContentPartPr/>
              <p14:nvPr/>
            </p14:nvContentPartPr>
            <p14:xfrm>
              <a:off x="7159320" y="6162840"/>
              <a:ext cx="3063600" cy="695160"/>
            </p14:xfrm>
          </p:contentPart>
        </mc:Choice>
        <mc:Fallback xmlns="">
          <p:pic>
            <p:nvPicPr>
              <p:cNvPr id="2" name="Ink 1">
                <a:extLst>
                  <a:ext uri="{FF2B5EF4-FFF2-40B4-BE49-F238E27FC236}">
                    <a16:creationId xmlns:a16="http://schemas.microsoft.com/office/drawing/2014/main" id="{91D7462F-BE45-4D44-8C0D-1EA71434E979}"/>
                  </a:ext>
                </a:extLst>
              </p:cNvPr>
              <p:cNvPicPr/>
              <p:nvPr/>
            </p:nvPicPr>
            <p:blipFill>
              <a:blip r:embed="rId5"/>
              <a:stretch>
                <a:fillRect/>
              </a:stretch>
            </p:blipFill>
            <p:spPr>
              <a:xfrm>
                <a:off x="7149960" y="6153480"/>
                <a:ext cx="3082320" cy="713880"/>
              </a:xfrm>
              <a:prstGeom prst="rect">
                <a:avLst/>
              </a:prstGeom>
            </p:spPr>
          </p:pic>
        </mc:Fallback>
      </mc:AlternateContent>
    </p:spTree>
    <p:extLst>
      <p:ext uri="{BB962C8B-B14F-4D97-AF65-F5344CB8AC3E}">
        <p14:creationId xmlns:p14="http://schemas.microsoft.com/office/powerpoint/2010/main" val="281113942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3" name="Picture 2">
            <a:extLst>
              <a:ext uri="{FF2B5EF4-FFF2-40B4-BE49-F238E27FC236}">
                <a16:creationId xmlns:a16="http://schemas.microsoft.com/office/drawing/2014/main" id="{77F8CACB-83A6-3849-AFE6-46724899E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3561358"/>
            <a:ext cx="6438900" cy="3169641"/>
          </a:xfrm>
          <a:prstGeom prst="rect">
            <a:avLst/>
          </a:prstGeom>
        </p:spPr>
      </p:pic>
      <p:sp>
        <p:nvSpPr>
          <p:cNvPr id="5" name="Content Placeholder 4">
            <a:extLst>
              <a:ext uri="{FF2B5EF4-FFF2-40B4-BE49-F238E27FC236}">
                <a16:creationId xmlns:a16="http://schemas.microsoft.com/office/drawing/2014/main" id="{9A8A1070-6164-E54F-B844-D88FCB298450}"/>
              </a:ext>
            </a:extLst>
          </p:cNvPr>
          <p:cNvSpPr>
            <a:spLocks noGrp="1"/>
          </p:cNvSpPr>
          <p:nvPr>
            <p:ph idx="1"/>
          </p:nvPr>
        </p:nvSpPr>
        <p:spPr>
          <a:xfrm>
            <a:off x="838200" y="1825625"/>
            <a:ext cx="7315200" cy="4351338"/>
          </a:xfrm>
        </p:spPr>
        <p:txBody>
          <a:bodyPr>
            <a:normAutofit/>
          </a:bodyPr>
          <a:lstStyle/>
          <a:p>
            <a:pPr marL="0" indent="0">
              <a:buNone/>
            </a:pPr>
            <a:r>
              <a:rPr lang="en-PH" sz="3600" dirty="0"/>
              <a:t>To find the area between the two z values of -2.25 and 1.50, look up the corresponding area in the z table and subtract one from the other. </a:t>
            </a:r>
          </a:p>
          <a:p>
            <a:pPr marL="0" indent="0">
              <a:buNone/>
            </a:pPr>
            <a:r>
              <a:rPr lang="en-PH" sz="3600" dirty="0"/>
              <a:t>The area for z = -2.25 is 0.0122, and the area for z = 1.50 is 0.9332. </a:t>
            </a:r>
            <a:endParaRPr lang="en-US" sz="3600" dirty="0"/>
          </a:p>
        </p:txBody>
      </p:sp>
    </p:spTree>
    <p:extLst>
      <p:ext uri="{BB962C8B-B14F-4D97-AF65-F5344CB8AC3E}">
        <p14:creationId xmlns:p14="http://schemas.microsoft.com/office/powerpoint/2010/main" val="141513890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3" name="Picture 2">
            <a:extLst>
              <a:ext uri="{FF2B5EF4-FFF2-40B4-BE49-F238E27FC236}">
                <a16:creationId xmlns:a16="http://schemas.microsoft.com/office/drawing/2014/main" id="{77F8CACB-83A6-3849-AFE6-46724899E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3561358"/>
            <a:ext cx="6438900" cy="3169641"/>
          </a:xfrm>
          <a:prstGeom prst="rect">
            <a:avLst/>
          </a:prstGeom>
        </p:spPr>
      </p:pic>
      <p:sp>
        <p:nvSpPr>
          <p:cNvPr id="5" name="Content Placeholder 4">
            <a:extLst>
              <a:ext uri="{FF2B5EF4-FFF2-40B4-BE49-F238E27FC236}">
                <a16:creationId xmlns:a16="http://schemas.microsoft.com/office/drawing/2014/main" id="{9A8A1070-6164-E54F-B844-D88FCB298450}"/>
              </a:ext>
            </a:extLst>
          </p:cNvPr>
          <p:cNvSpPr>
            <a:spLocks noGrp="1"/>
          </p:cNvSpPr>
          <p:nvPr>
            <p:ph idx="1"/>
          </p:nvPr>
        </p:nvSpPr>
        <p:spPr>
          <a:xfrm>
            <a:off x="838200" y="1825625"/>
            <a:ext cx="7315200" cy="4351338"/>
          </a:xfrm>
        </p:spPr>
        <p:txBody>
          <a:bodyPr>
            <a:normAutofit/>
          </a:bodyPr>
          <a:lstStyle/>
          <a:p>
            <a:pPr marL="0" indent="0">
              <a:buNone/>
            </a:pPr>
            <a:r>
              <a:rPr lang="en-PH" sz="3600" dirty="0"/>
              <a:t>To find the area between the two z values of -2.25 and 1.50, look up the corresponding area in the z table and subtract one from the other. </a:t>
            </a:r>
          </a:p>
        </p:txBody>
      </p:sp>
    </p:spTree>
    <p:extLst>
      <p:ext uri="{BB962C8B-B14F-4D97-AF65-F5344CB8AC3E}">
        <p14:creationId xmlns:p14="http://schemas.microsoft.com/office/powerpoint/2010/main" val="177368113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pic>
        <p:nvPicPr>
          <p:cNvPr id="3" name="Picture 2">
            <a:extLst>
              <a:ext uri="{FF2B5EF4-FFF2-40B4-BE49-F238E27FC236}">
                <a16:creationId xmlns:a16="http://schemas.microsoft.com/office/drawing/2014/main" id="{77F8CACB-83A6-3849-AFE6-46724899E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3561358"/>
            <a:ext cx="6438900" cy="3169641"/>
          </a:xfrm>
          <a:prstGeom prst="rect">
            <a:avLst/>
          </a:prstGeom>
        </p:spPr>
      </p:pic>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A8A1070-6164-E54F-B844-D88FCB298450}"/>
                  </a:ext>
                </a:extLst>
              </p:cNvPr>
              <p:cNvSpPr>
                <a:spLocks noGrp="1"/>
              </p:cNvSpPr>
              <p:nvPr>
                <p:ph idx="1"/>
              </p:nvPr>
            </p:nvSpPr>
            <p:spPr>
              <a:xfrm>
                <a:off x="838200" y="1825625"/>
                <a:ext cx="7924800" cy="4351338"/>
              </a:xfrm>
            </p:spPr>
            <p:txBody>
              <a:bodyPr>
                <a:normAutofit/>
              </a:bodyPr>
              <a:lstStyle/>
              <a:p>
                <a:pPr marL="0" indent="0">
                  <a:buNone/>
                </a:pPr>
                <a:r>
                  <a:rPr lang="en-PH" sz="3600" dirty="0"/>
                  <a:t>Hence the area between the two values is 0.9332 - 0.0122 = 0.9210, or 92.1%.</a:t>
                </a:r>
              </a:p>
              <a:p>
                <a:pPr marL="0" indent="0">
                  <a:buNone/>
                </a:pPr>
                <a:r>
                  <a:rPr lang="en-PH" sz="3600" dirty="0"/>
                  <a:t>Hence, the probability of obtaining a sample mean between 90 and 100 months is 92.1%;</a:t>
                </a:r>
              </a:p>
              <a:p>
                <a:pPr marL="0" indent="0">
                  <a:buNone/>
                </a:pPr>
                <a:r>
                  <a:rPr lang="en-PH" sz="3600" dirty="0"/>
                  <a:t>P(90 &lt; </a:t>
                </a:r>
                <a14:m>
                  <m:oMath xmlns:m="http://schemas.openxmlformats.org/officeDocument/2006/math">
                    <m:acc>
                      <m:accPr>
                        <m:chr m:val="̅"/>
                        <m:ctrlPr>
                          <a:rPr lang="en-PH" sz="3600" i="1" smtClean="0">
                            <a:latin typeface="Cambria Math" panose="02040503050406030204" pitchFamily="18" charset="0"/>
                          </a:rPr>
                        </m:ctrlPr>
                      </m:accPr>
                      <m:e>
                        <m:r>
                          <a:rPr lang="en-US" sz="3600" b="0" i="1" smtClean="0">
                            <a:latin typeface="Cambria Math" panose="02040503050406030204" pitchFamily="18" charset="0"/>
                          </a:rPr>
                          <m:t>𝑋</m:t>
                        </m:r>
                      </m:e>
                    </m:acc>
                  </m:oMath>
                </a14:m>
                <a:r>
                  <a:rPr lang="en-PH" sz="3600" dirty="0"/>
                  <a:t> &lt; 100) = 92.1%.</a:t>
                </a:r>
              </a:p>
              <a:p>
                <a:pPr marL="0" indent="0">
                  <a:buNone/>
                </a:pPr>
                <a:endParaRPr lang="en-US" sz="3600" dirty="0"/>
              </a:p>
            </p:txBody>
          </p:sp>
        </mc:Choice>
        <mc:Fallback xmlns="">
          <p:sp>
            <p:nvSpPr>
              <p:cNvPr id="5" name="Content Placeholder 4">
                <a:extLst>
                  <a:ext uri="{FF2B5EF4-FFF2-40B4-BE49-F238E27FC236}">
                    <a16:creationId xmlns:a16="http://schemas.microsoft.com/office/drawing/2014/main" id="{9A8A1070-6164-E54F-B844-D88FCB298450}"/>
                  </a:ext>
                </a:extLst>
              </p:cNvPr>
              <p:cNvSpPr>
                <a:spLocks noGrp="1" noRot="1" noChangeAspect="1" noMove="1" noResize="1" noEditPoints="1" noAdjustHandles="1" noChangeArrowheads="1" noChangeShapeType="1" noTextEdit="1"/>
              </p:cNvSpPr>
              <p:nvPr>
                <p:ph idx="1"/>
              </p:nvPr>
            </p:nvSpPr>
            <p:spPr>
              <a:xfrm>
                <a:off x="838200" y="1825625"/>
                <a:ext cx="7924800" cy="4351338"/>
              </a:xfrm>
              <a:blipFill>
                <a:blip r:embed="rId3"/>
                <a:stretch>
                  <a:fillRect l="-2400" t="-3488"/>
                </a:stretch>
              </a:blipFill>
            </p:spPr>
            <p:txBody>
              <a:bodyPr/>
              <a:lstStyle/>
              <a:p>
                <a:r>
                  <a:rPr lang="en-US">
                    <a:noFill/>
                  </a:rPr>
                  <a:t> </a:t>
                </a:r>
              </a:p>
            </p:txBody>
          </p:sp>
        </mc:Fallback>
      </mc:AlternateContent>
    </p:spTree>
    <p:extLst>
      <p:ext uri="{BB962C8B-B14F-4D97-AF65-F5344CB8AC3E}">
        <p14:creationId xmlns:p14="http://schemas.microsoft.com/office/powerpoint/2010/main" val="64384324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75FA6-67F3-8B4F-BC45-68270299674E}"/>
              </a:ext>
            </a:extLst>
          </p:cNvPr>
          <p:cNvSpPr>
            <a:spLocks noGrp="1"/>
          </p:cNvSpPr>
          <p:nvPr>
            <p:ph type="title"/>
          </p:nvPr>
        </p:nvSpPr>
        <p:spPr/>
        <p:txBody>
          <a:bodyPr/>
          <a:lstStyle/>
          <a:p>
            <a:r>
              <a:rPr lang="en-US" dirty="0"/>
              <a:t>Central Limit Theorem</a:t>
            </a:r>
          </a:p>
        </p:txBody>
      </p:sp>
      <p:pic>
        <p:nvPicPr>
          <p:cNvPr id="5" name="Content Placeholder 4">
            <a:extLst>
              <a:ext uri="{FF2B5EF4-FFF2-40B4-BE49-F238E27FC236}">
                <a16:creationId xmlns:a16="http://schemas.microsoft.com/office/drawing/2014/main" id="{CB18914A-C7A0-5542-AFB5-4C582BAFC02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505200" y="1742864"/>
            <a:ext cx="5181600" cy="1128339"/>
          </a:xfrm>
        </p:spPr>
      </p:pic>
    </p:spTree>
    <p:extLst>
      <p:ext uri="{BB962C8B-B14F-4D97-AF65-F5344CB8AC3E}">
        <p14:creationId xmlns:p14="http://schemas.microsoft.com/office/powerpoint/2010/main" val="77570343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75FA6-67F3-8B4F-BC45-68270299674E}"/>
              </a:ext>
            </a:extLst>
          </p:cNvPr>
          <p:cNvSpPr>
            <a:spLocks noGrp="1"/>
          </p:cNvSpPr>
          <p:nvPr>
            <p:ph type="title"/>
          </p:nvPr>
        </p:nvSpPr>
        <p:spPr/>
        <p:txBody>
          <a:bodyPr/>
          <a:lstStyle/>
          <a:p>
            <a:r>
              <a:rPr lang="en-US" dirty="0"/>
              <a:t>Central Limit Theorem</a:t>
            </a:r>
          </a:p>
        </p:txBody>
      </p:sp>
      <p:pic>
        <p:nvPicPr>
          <p:cNvPr id="5" name="Content Placeholder 4">
            <a:extLst>
              <a:ext uri="{FF2B5EF4-FFF2-40B4-BE49-F238E27FC236}">
                <a16:creationId xmlns:a16="http://schemas.microsoft.com/office/drawing/2014/main" id="{CB18914A-C7A0-5542-AFB5-4C582BAFC02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505200" y="1742864"/>
            <a:ext cx="5181600" cy="1128339"/>
          </a:xfrm>
        </p:spPr>
      </p:pic>
      <p:sp>
        <p:nvSpPr>
          <p:cNvPr id="6" name="Content Placeholder 5">
            <a:extLst>
              <a:ext uri="{FF2B5EF4-FFF2-40B4-BE49-F238E27FC236}">
                <a16:creationId xmlns:a16="http://schemas.microsoft.com/office/drawing/2014/main" id="{AD67390B-A124-984D-9AAB-968403080AD5}"/>
              </a:ext>
            </a:extLst>
          </p:cNvPr>
          <p:cNvSpPr>
            <a:spLocks noGrp="1"/>
          </p:cNvSpPr>
          <p:nvPr>
            <p:ph sz="half" idx="2"/>
          </p:nvPr>
        </p:nvSpPr>
        <p:spPr>
          <a:xfrm>
            <a:off x="685800" y="2923379"/>
            <a:ext cx="4572000" cy="3052763"/>
          </a:xfrm>
        </p:spPr>
        <p:txBody>
          <a:bodyPr>
            <a:normAutofit/>
          </a:bodyPr>
          <a:lstStyle/>
          <a:p>
            <a:pPr marL="0" indent="0" algn="r">
              <a:buNone/>
            </a:pPr>
            <a:r>
              <a:rPr lang="en-PH" sz="3600" dirty="0"/>
              <a:t>should be used to gain information about a sample mean</a:t>
            </a:r>
          </a:p>
          <a:p>
            <a:endParaRPr lang="en-US" sz="3600" dirty="0"/>
          </a:p>
        </p:txBody>
      </p:sp>
    </p:spTree>
    <p:extLst>
      <p:ext uri="{BB962C8B-B14F-4D97-AF65-F5344CB8AC3E}">
        <p14:creationId xmlns:p14="http://schemas.microsoft.com/office/powerpoint/2010/main" val="39209773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75FA6-67F3-8B4F-BC45-68270299674E}"/>
              </a:ext>
            </a:extLst>
          </p:cNvPr>
          <p:cNvSpPr>
            <a:spLocks noGrp="1"/>
          </p:cNvSpPr>
          <p:nvPr>
            <p:ph type="title"/>
          </p:nvPr>
        </p:nvSpPr>
        <p:spPr/>
        <p:txBody>
          <a:bodyPr/>
          <a:lstStyle/>
          <a:p>
            <a:r>
              <a:rPr lang="en-US" dirty="0"/>
              <a:t>Central Limit Theorem</a:t>
            </a:r>
          </a:p>
        </p:txBody>
      </p:sp>
      <p:pic>
        <p:nvPicPr>
          <p:cNvPr id="5" name="Content Placeholder 4">
            <a:extLst>
              <a:ext uri="{FF2B5EF4-FFF2-40B4-BE49-F238E27FC236}">
                <a16:creationId xmlns:a16="http://schemas.microsoft.com/office/drawing/2014/main" id="{CB18914A-C7A0-5542-AFB5-4C582BAFC02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505200" y="1742864"/>
            <a:ext cx="5181600" cy="1128339"/>
          </a:xfrm>
        </p:spPr>
      </p:pic>
      <p:sp>
        <p:nvSpPr>
          <p:cNvPr id="6" name="Content Placeholder 5">
            <a:extLst>
              <a:ext uri="{FF2B5EF4-FFF2-40B4-BE49-F238E27FC236}">
                <a16:creationId xmlns:a16="http://schemas.microsoft.com/office/drawing/2014/main" id="{AD67390B-A124-984D-9AAB-968403080AD5}"/>
              </a:ext>
            </a:extLst>
          </p:cNvPr>
          <p:cNvSpPr>
            <a:spLocks noGrp="1"/>
          </p:cNvSpPr>
          <p:nvPr>
            <p:ph sz="half" idx="2"/>
          </p:nvPr>
        </p:nvSpPr>
        <p:spPr>
          <a:xfrm>
            <a:off x="685800" y="2923379"/>
            <a:ext cx="4572000" cy="3052763"/>
          </a:xfrm>
        </p:spPr>
        <p:txBody>
          <a:bodyPr>
            <a:normAutofit/>
          </a:bodyPr>
          <a:lstStyle/>
          <a:p>
            <a:pPr marL="0" indent="0" algn="r">
              <a:buNone/>
            </a:pPr>
            <a:r>
              <a:rPr lang="en-PH" sz="3600" dirty="0"/>
              <a:t>should be used to gain information about a sample mean</a:t>
            </a:r>
          </a:p>
          <a:p>
            <a:endParaRPr lang="en-US" sz="3600" dirty="0"/>
          </a:p>
        </p:txBody>
      </p:sp>
      <p:sp>
        <p:nvSpPr>
          <p:cNvPr id="7" name="Content Placeholder 5">
            <a:extLst>
              <a:ext uri="{FF2B5EF4-FFF2-40B4-BE49-F238E27FC236}">
                <a16:creationId xmlns:a16="http://schemas.microsoft.com/office/drawing/2014/main" id="{195D20D0-2B0C-BB46-AD7B-F98116FE4CA6}"/>
              </a:ext>
            </a:extLst>
          </p:cNvPr>
          <p:cNvSpPr txBox="1">
            <a:spLocks/>
          </p:cNvSpPr>
          <p:nvPr/>
        </p:nvSpPr>
        <p:spPr>
          <a:xfrm>
            <a:off x="6781800" y="2923378"/>
            <a:ext cx="4572000" cy="305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sz="3600" dirty="0"/>
              <a:t>used to gain information about an individual data value obtained from the population</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D2597DB-2EF8-244E-96FF-20CF54F14D37}"/>
                  </a:ext>
                </a:extLst>
              </p14:cNvPr>
              <p14:cNvContentPartPr/>
              <p14:nvPr/>
            </p14:nvContentPartPr>
            <p14:xfrm>
              <a:off x="3457440" y="1596960"/>
              <a:ext cx="5163480" cy="1321920"/>
            </p14:xfrm>
          </p:contentPart>
        </mc:Choice>
        <mc:Fallback xmlns="">
          <p:pic>
            <p:nvPicPr>
              <p:cNvPr id="3" name="Ink 2">
                <a:extLst>
                  <a:ext uri="{FF2B5EF4-FFF2-40B4-BE49-F238E27FC236}">
                    <a16:creationId xmlns:a16="http://schemas.microsoft.com/office/drawing/2014/main" id="{1D2597DB-2EF8-244E-96FF-20CF54F14D37}"/>
                  </a:ext>
                </a:extLst>
              </p:cNvPr>
              <p:cNvPicPr/>
              <p:nvPr/>
            </p:nvPicPr>
            <p:blipFill>
              <a:blip r:embed="rId4"/>
              <a:stretch>
                <a:fillRect/>
              </a:stretch>
            </p:blipFill>
            <p:spPr>
              <a:xfrm>
                <a:off x="3448080" y="1587600"/>
                <a:ext cx="5182200" cy="1340640"/>
              </a:xfrm>
              <a:prstGeom prst="rect">
                <a:avLst/>
              </a:prstGeom>
            </p:spPr>
          </p:pic>
        </mc:Fallback>
      </mc:AlternateContent>
    </p:spTree>
    <p:extLst>
      <p:ext uri="{BB962C8B-B14F-4D97-AF65-F5344CB8AC3E}">
        <p14:creationId xmlns:p14="http://schemas.microsoft.com/office/powerpoint/2010/main" val="50355820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b="1" dirty="0"/>
              <a:t>Example: </a:t>
            </a:r>
            <a:r>
              <a:rPr lang="en-PH" sz="3600" dirty="0"/>
              <a:t>The average number of pounds of meat that a person consumes a year is 218.4 pounds. Assume that the standard deviation is 25 pounds and the distribution is approximately normal.</a:t>
            </a:r>
          </a:p>
          <a:p>
            <a:pPr marL="114300" indent="0">
              <a:buNone/>
            </a:pPr>
            <a:r>
              <a:rPr lang="en-PH" sz="3600" dirty="0"/>
              <a:t>	a. Find the probability that a person selected at random consumes less than 224 pounds per year.</a:t>
            </a:r>
          </a:p>
        </p:txBody>
      </p:sp>
    </p:spTree>
    <p:extLst>
      <p:ext uri="{BB962C8B-B14F-4D97-AF65-F5344CB8AC3E}">
        <p14:creationId xmlns:p14="http://schemas.microsoft.com/office/powerpoint/2010/main" val="174014055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Find the probability that a person selected at random consumes less than 224 pounds per year.</a:t>
            </a:r>
          </a:p>
          <a:p>
            <a:pPr marL="0" indent="0">
              <a:buNone/>
            </a:pPr>
            <a:r>
              <a:rPr lang="en-PH" sz="3600" dirty="0"/>
              <a:t>Since the question asks about an individual person, the formula used is:</a:t>
            </a:r>
          </a:p>
          <a:p>
            <a:pPr marL="0" indent="0">
              <a:buNone/>
            </a:pPr>
            <a:endParaRPr lang="en-PH" sz="3600" dirty="0"/>
          </a:p>
        </p:txBody>
      </p:sp>
      <p:pic>
        <p:nvPicPr>
          <p:cNvPr id="8" name="Content Placeholder 4">
            <a:extLst>
              <a:ext uri="{FF2B5EF4-FFF2-40B4-BE49-F238E27FC236}">
                <a16:creationId xmlns:a16="http://schemas.microsoft.com/office/drawing/2014/main" id="{90271ABF-1A0A-E047-8836-6B7AD8D23116}"/>
              </a:ext>
            </a:extLst>
          </p:cNvPr>
          <p:cNvPicPr>
            <a:picLocks noChangeAspect="1"/>
          </p:cNvPicPr>
          <p:nvPr/>
        </p:nvPicPr>
        <p:blipFill rotWithShape="1">
          <a:blip r:embed="rId2">
            <a:extLst>
              <a:ext uri="{28A0092B-C50C-407E-A947-70E740481C1C}">
                <a14:useLocalDpi xmlns:a14="http://schemas.microsoft.com/office/drawing/2010/main" val="0"/>
              </a:ext>
            </a:extLst>
          </a:blip>
          <a:srcRect l="60294"/>
          <a:stretch/>
        </p:blipFill>
        <p:spPr>
          <a:xfrm>
            <a:off x="5067300" y="3810000"/>
            <a:ext cx="2057400" cy="1128339"/>
          </a:xfrm>
          <a:prstGeom prst="rect">
            <a:avLst/>
          </a:prstGeom>
        </p:spPr>
      </p:pic>
    </p:spTree>
    <p:extLst>
      <p:ext uri="{BB962C8B-B14F-4D97-AF65-F5344CB8AC3E}">
        <p14:creationId xmlns:p14="http://schemas.microsoft.com/office/powerpoint/2010/main" val="306658522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FC0940-979E-3E4F-B9BA-12571EF2B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3110331"/>
            <a:ext cx="6807200" cy="3477793"/>
          </a:xfrm>
          <a:prstGeom prst="rect">
            <a:avLst/>
          </a:prstGeom>
        </p:spPr>
      </p:pic>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Find the probability that a person selected at random consumes less than 224 pounds per year.</a:t>
            </a:r>
          </a:p>
        </p:txBody>
      </p:sp>
    </p:spTree>
    <p:extLst>
      <p:ext uri="{BB962C8B-B14F-4D97-AF65-F5344CB8AC3E}">
        <p14:creationId xmlns:p14="http://schemas.microsoft.com/office/powerpoint/2010/main" val="346107999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FC0940-979E-3E4F-B9BA-12571EF2B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3110331"/>
            <a:ext cx="6807200" cy="3477793"/>
          </a:xfrm>
          <a:prstGeom prst="rect">
            <a:avLst/>
          </a:prstGeom>
        </p:spPr>
      </p:pic>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Find the probability that a person selected at random consumes less than 224 pounds per year.</a:t>
            </a:r>
          </a:p>
        </p:txBody>
      </p:sp>
      <p:pic>
        <p:nvPicPr>
          <p:cNvPr id="7" name="Picture 6">
            <a:extLst>
              <a:ext uri="{FF2B5EF4-FFF2-40B4-BE49-F238E27FC236}">
                <a16:creationId xmlns:a16="http://schemas.microsoft.com/office/drawing/2014/main" id="{90803503-C072-AC4F-B6A9-957720C58C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3110331"/>
            <a:ext cx="5918200" cy="1143000"/>
          </a:xfrm>
          <a:prstGeom prst="rect">
            <a:avLst/>
          </a:prstGeom>
        </p:spPr>
      </p:pic>
    </p:spTree>
    <p:extLst>
      <p:ext uri="{BB962C8B-B14F-4D97-AF65-F5344CB8AC3E}">
        <p14:creationId xmlns:p14="http://schemas.microsoft.com/office/powerpoint/2010/main" val="421373769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FC0940-979E-3E4F-B9BA-12571EF2B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3110331"/>
            <a:ext cx="6807200" cy="3477793"/>
          </a:xfrm>
          <a:prstGeom prst="rect">
            <a:avLst/>
          </a:prstGeom>
        </p:spPr>
      </p:pic>
      <p:sp>
        <p:nvSpPr>
          <p:cNvPr id="4" name="Title 3"/>
          <p:cNvSpPr>
            <a:spLocks noGrp="1"/>
          </p:cNvSpPr>
          <p:nvPr>
            <p:ph type="title"/>
          </p:nvPr>
        </p:nvSpPr>
        <p:spPr/>
        <p:txBody>
          <a:bodyPr/>
          <a:lstStyle/>
          <a:p>
            <a:r>
              <a:rPr lang="en-PH" dirty="0"/>
              <a:t>Central limit theorem</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Autofit/>
              </a:bodyPr>
              <a:lstStyle/>
              <a:p>
                <a:pPr marL="114300" indent="0">
                  <a:buNone/>
                </a:pPr>
                <a:r>
                  <a:rPr lang="en-PH" sz="3600" dirty="0"/>
                  <a:t>Find the probability that a person selected at random consumes less than 224 pounds per year.</a:t>
                </a:r>
              </a:p>
              <a:p>
                <a:pPr marL="114300" indent="0">
                  <a:buNone/>
                </a:pPr>
                <a:r>
                  <a:rPr lang="en-PH" sz="3600" dirty="0"/>
                  <a:t>The area to the left of </a:t>
                </a:r>
                <a14:m>
                  <m:oMath xmlns:m="http://schemas.openxmlformats.org/officeDocument/2006/math">
                    <m:r>
                      <a:rPr lang="en-PH" sz="3600" i="1" dirty="0" smtClean="0">
                        <a:latin typeface="Cambria Math" panose="02040503050406030204" pitchFamily="18" charset="0"/>
                      </a:rPr>
                      <m:t>𝑧</m:t>
                    </m:r>
                    <m:r>
                      <a:rPr lang="en-PH" sz="3600" i="1" dirty="0" smtClean="0">
                        <a:latin typeface="Cambria Math" panose="02040503050406030204" pitchFamily="18" charset="0"/>
                      </a:rPr>
                      <m:t>=0.22 </m:t>
                    </m:r>
                  </m:oMath>
                </a14:m>
                <a:r>
                  <a:rPr lang="en-PH" sz="3600" dirty="0"/>
                  <a:t>is 0.5871. </a:t>
                </a:r>
              </a:p>
              <a:p>
                <a:pPr marL="114300" indent="0">
                  <a:buNone/>
                </a:pPr>
                <a14:m>
                  <m:oMathPara xmlns:m="http://schemas.openxmlformats.org/officeDocument/2006/math">
                    <m:oMathParaPr>
                      <m:jc m:val="left"/>
                    </m:oMathParaPr>
                    <m:oMath xmlns:m="http://schemas.openxmlformats.org/officeDocument/2006/math">
                      <m:r>
                        <a:rPr lang="en-PH" sz="3600" i="1" dirty="0" smtClean="0">
                          <a:latin typeface="Cambria Math" panose="02040503050406030204" pitchFamily="18" charset="0"/>
                        </a:rPr>
                        <m:t>𝑃</m:t>
                      </m:r>
                      <m:r>
                        <a:rPr lang="en-PH" sz="3600" i="1" dirty="0">
                          <a:latin typeface="Cambria Math" panose="02040503050406030204" pitchFamily="18" charset="0"/>
                        </a:rPr>
                        <m:t>(</m:t>
                      </m:r>
                      <m:r>
                        <a:rPr lang="en-PH" sz="3600" i="1" dirty="0" smtClean="0">
                          <a:latin typeface="Cambria Math" panose="02040503050406030204" pitchFamily="18" charset="0"/>
                        </a:rPr>
                        <m:t>𝑋</m:t>
                      </m:r>
                      <m:r>
                        <a:rPr lang="en-PH" sz="3600" i="1" dirty="0" smtClean="0">
                          <a:latin typeface="Cambria Math" panose="02040503050406030204" pitchFamily="18" charset="0"/>
                        </a:rPr>
                        <m:t>&lt;224)=0.5871</m:t>
                      </m:r>
                    </m:oMath>
                  </m:oMathPara>
                </a14:m>
                <a:endParaRPr lang="en-PH" sz="36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a:blip r:embed="rId3"/>
                <a:stretch>
                  <a:fillRect l="-724" t="-3488"/>
                </a:stretch>
              </a:blipFill>
            </p:spPr>
            <p:txBody>
              <a:bodyPr/>
              <a:lstStyle/>
              <a:p>
                <a:r>
                  <a:rPr lang="en-US">
                    <a:noFill/>
                  </a:rPr>
                  <a:t> </a:t>
                </a:r>
              </a:p>
            </p:txBody>
          </p:sp>
        </mc:Fallback>
      </mc:AlternateContent>
    </p:spTree>
    <p:extLst>
      <p:ext uri="{BB962C8B-B14F-4D97-AF65-F5344CB8AC3E}">
        <p14:creationId xmlns:p14="http://schemas.microsoft.com/office/powerpoint/2010/main" val="105732708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FC0940-979E-3E4F-B9BA-12571EF2B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3110331"/>
            <a:ext cx="6807200" cy="3477793"/>
          </a:xfrm>
          <a:prstGeom prst="rect">
            <a:avLst/>
          </a:prstGeom>
        </p:spPr>
      </p:pic>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Find the probability that a person selected at random consumes less than 224 pounds per year.</a:t>
            </a:r>
          </a:p>
          <a:p>
            <a:pPr marL="114300" indent="0">
              <a:buNone/>
            </a:pPr>
            <a:r>
              <a:rPr lang="en-PH" sz="3600" dirty="0"/>
              <a:t>The probability of selecting an individual </a:t>
            </a:r>
          </a:p>
          <a:p>
            <a:pPr marL="114300" indent="0">
              <a:buNone/>
            </a:pPr>
            <a:r>
              <a:rPr lang="en-PH" sz="3600" dirty="0"/>
              <a:t>who consumes less than 224 pounds </a:t>
            </a:r>
          </a:p>
          <a:p>
            <a:pPr marL="114300" indent="0">
              <a:buNone/>
            </a:pPr>
            <a:r>
              <a:rPr lang="en-PH" sz="3600" dirty="0"/>
              <a:t>of meat per year is 0.5871, or</a:t>
            </a:r>
          </a:p>
          <a:p>
            <a:pPr marL="114300" indent="0">
              <a:buNone/>
            </a:pPr>
            <a:r>
              <a:rPr lang="en-PH" sz="3600" dirty="0"/>
              <a:t>58.71%</a:t>
            </a:r>
          </a:p>
        </p:txBody>
      </p:sp>
    </p:spTree>
    <p:extLst>
      <p:ext uri="{BB962C8B-B14F-4D97-AF65-F5344CB8AC3E}">
        <p14:creationId xmlns:p14="http://schemas.microsoft.com/office/powerpoint/2010/main" val="265715741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b="1" dirty="0"/>
              <a:t>Example: </a:t>
            </a:r>
            <a:r>
              <a:rPr lang="en-PH" sz="3600" dirty="0"/>
              <a:t>The average number of pounds of meat that a person consumes a year is 218.4 pounds. Assume that the standard deviation is 25 pounds and the distribution is approximately normal.</a:t>
            </a:r>
          </a:p>
          <a:p>
            <a:pPr marL="114300" indent="0">
              <a:buNone/>
            </a:pPr>
            <a:r>
              <a:rPr lang="en-PH" sz="3600" dirty="0"/>
              <a:t>	b. If a sample of 40 individuals is selected, find the probability that the mean of the sample will be less than 224 pounds per year.</a:t>
            </a:r>
          </a:p>
        </p:txBody>
      </p:sp>
    </p:spTree>
    <p:extLst>
      <p:ext uri="{BB962C8B-B14F-4D97-AF65-F5344CB8AC3E}">
        <p14:creationId xmlns:p14="http://schemas.microsoft.com/office/powerpoint/2010/main" val="385967396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If a sample of 40 individuals is selected, find the probability that the mean of the sample will be less than 224 pounds per year.</a:t>
            </a:r>
          </a:p>
          <a:p>
            <a:pPr marL="114300" indent="0">
              <a:buNone/>
            </a:pPr>
            <a:r>
              <a:rPr lang="en-PH" sz="3600" dirty="0"/>
              <a:t>Since the question concerns the mean of a sample with a size of 40, the formula used is:</a:t>
            </a:r>
          </a:p>
          <a:p>
            <a:pPr marL="114300" indent="0">
              <a:buNone/>
            </a:pPr>
            <a:endParaRPr lang="en-PH" sz="3600" dirty="0"/>
          </a:p>
        </p:txBody>
      </p:sp>
      <p:pic>
        <p:nvPicPr>
          <p:cNvPr id="7" name="Content Placeholder 4">
            <a:extLst>
              <a:ext uri="{FF2B5EF4-FFF2-40B4-BE49-F238E27FC236}">
                <a16:creationId xmlns:a16="http://schemas.microsoft.com/office/drawing/2014/main" id="{29CE6B99-2CA0-5142-8D44-EC16D1A1BD3E}"/>
              </a:ext>
            </a:extLst>
          </p:cNvPr>
          <p:cNvPicPr>
            <a:picLocks noChangeAspect="1"/>
          </p:cNvPicPr>
          <p:nvPr/>
        </p:nvPicPr>
        <p:blipFill rotWithShape="1">
          <a:blip r:embed="rId2">
            <a:extLst>
              <a:ext uri="{28A0092B-C50C-407E-A947-70E740481C1C}">
                <a14:useLocalDpi xmlns:a14="http://schemas.microsoft.com/office/drawing/2010/main" val="0"/>
              </a:ext>
            </a:extLst>
          </a:blip>
          <a:srcRect r="64706"/>
          <a:stretch/>
        </p:blipFill>
        <p:spPr>
          <a:xfrm>
            <a:off x="5181600" y="4419600"/>
            <a:ext cx="1828800" cy="1128339"/>
          </a:xfrm>
          <a:prstGeom prst="rect">
            <a:avLst/>
          </a:prstGeom>
        </p:spPr>
      </p:pic>
    </p:spTree>
    <p:extLst>
      <p:ext uri="{BB962C8B-B14F-4D97-AF65-F5344CB8AC3E}">
        <p14:creationId xmlns:p14="http://schemas.microsoft.com/office/powerpoint/2010/main" val="199738529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6A6603-1D2A-464B-BA1C-22A4E5103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3575" y="2819400"/>
            <a:ext cx="6656068" cy="3893344"/>
          </a:xfrm>
          <a:prstGeom prst="rect">
            <a:avLst/>
          </a:prstGeom>
        </p:spPr>
      </p:pic>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If a sample of 40 individuals is selected, find the probability that the mean of the sample will be less than 224 pounds per year.</a:t>
            </a:r>
          </a:p>
        </p:txBody>
      </p:sp>
    </p:spTree>
    <p:extLst>
      <p:ext uri="{BB962C8B-B14F-4D97-AF65-F5344CB8AC3E}">
        <p14:creationId xmlns:p14="http://schemas.microsoft.com/office/powerpoint/2010/main" val="405666520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6A6603-1D2A-464B-BA1C-22A4E5103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3575" y="2819400"/>
            <a:ext cx="6656068" cy="3893344"/>
          </a:xfrm>
          <a:prstGeom prst="rect">
            <a:avLst/>
          </a:prstGeom>
        </p:spPr>
      </p:pic>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If a sample of 40 individuals is selected, find the probability that the mean of the sample will be less than 224 pounds per year.</a:t>
            </a:r>
          </a:p>
        </p:txBody>
      </p:sp>
      <p:pic>
        <p:nvPicPr>
          <p:cNvPr id="3" name="Picture 2">
            <a:extLst>
              <a:ext uri="{FF2B5EF4-FFF2-40B4-BE49-F238E27FC236}">
                <a16:creationId xmlns:a16="http://schemas.microsoft.com/office/drawing/2014/main" id="{3185BB25-6486-D949-B523-7A08383B7A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810000"/>
            <a:ext cx="6032500" cy="1193800"/>
          </a:xfrm>
          <a:prstGeom prst="rect">
            <a:avLst/>
          </a:prstGeom>
        </p:spPr>
      </p:pic>
    </p:spTree>
    <p:extLst>
      <p:ext uri="{BB962C8B-B14F-4D97-AF65-F5344CB8AC3E}">
        <p14:creationId xmlns:p14="http://schemas.microsoft.com/office/powerpoint/2010/main" val="271605036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6A6603-1D2A-464B-BA1C-22A4E5103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3575" y="2819400"/>
            <a:ext cx="6656068" cy="3893344"/>
          </a:xfrm>
          <a:prstGeom prst="rect">
            <a:avLst/>
          </a:prstGeom>
        </p:spPr>
      </p:pic>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If a sample of 40 individuals is selected, find the probability that the mean of the sample will be less than 224 pounds per year.</a:t>
            </a:r>
          </a:p>
          <a:p>
            <a:pPr marL="114300" indent="0">
              <a:buNone/>
            </a:pPr>
            <a:r>
              <a:rPr lang="en-PH" sz="3600" dirty="0"/>
              <a:t>The area to the left of z=1.42 is 0.9222.</a:t>
            </a:r>
          </a:p>
          <a:p>
            <a:pPr marL="114300" indent="0">
              <a:buNone/>
            </a:pPr>
            <a:endParaRPr lang="en-PH" sz="3600" dirty="0"/>
          </a:p>
          <a:p>
            <a:pPr marL="114300" indent="0">
              <a:buNone/>
            </a:pPr>
            <a:endParaRPr lang="en-PH" sz="3600" dirty="0"/>
          </a:p>
        </p:txBody>
      </p:sp>
    </p:spTree>
    <p:extLst>
      <p:ext uri="{BB962C8B-B14F-4D97-AF65-F5344CB8AC3E}">
        <p14:creationId xmlns:p14="http://schemas.microsoft.com/office/powerpoint/2010/main" val="184442412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6A6603-1D2A-464B-BA1C-22A4E5103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3575" y="2819400"/>
            <a:ext cx="6656068" cy="3893344"/>
          </a:xfrm>
          <a:prstGeom prst="rect">
            <a:avLst/>
          </a:prstGeom>
        </p:spPr>
      </p:pic>
      <p:sp>
        <p:nvSpPr>
          <p:cNvPr id="4" name="Title 3"/>
          <p:cNvSpPr>
            <a:spLocks noGrp="1"/>
          </p:cNvSpPr>
          <p:nvPr>
            <p:ph type="title"/>
          </p:nvPr>
        </p:nvSpPr>
        <p:spPr/>
        <p:txBody>
          <a:bodyPr/>
          <a:lstStyle/>
          <a:p>
            <a:r>
              <a:rPr lang="en-PH" dirty="0"/>
              <a:t>Central limit theorem</a:t>
            </a:r>
          </a:p>
        </p:txBody>
      </p:sp>
      <p:sp>
        <p:nvSpPr>
          <p:cNvPr id="5" name="Content Placeholder 4"/>
          <p:cNvSpPr>
            <a:spLocks noGrp="1"/>
          </p:cNvSpPr>
          <p:nvPr>
            <p:ph idx="1"/>
          </p:nvPr>
        </p:nvSpPr>
        <p:spPr/>
        <p:txBody>
          <a:bodyPr>
            <a:noAutofit/>
          </a:bodyPr>
          <a:lstStyle/>
          <a:p>
            <a:pPr marL="114300" indent="0">
              <a:buNone/>
            </a:pPr>
            <a:r>
              <a:rPr lang="en-PH" sz="3600" dirty="0"/>
              <a:t>If a sample of 40 individuals is selected, find the probability that the mean of the sample will be less than 224 pounds per year.</a:t>
            </a:r>
          </a:p>
          <a:p>
            <a:pPr marL="114300" indent="0">
              <a:buNone/>
            </a:pPr>
            <a:r>
              <a:rPr lang="en-PH" sz="3600" dirty="0"/>
              <a:t>Hence, the probability that the mean </a:t>
            </a:r>
          </a:p>
          <a:p>
            <a:pPr marL="114300" indent="0">
              <a:buNone/>
            </a:pPr>
            <a:r>
              <a:rPr lang="en-PH" sz="3600" dirty="0"/>
              <a:t>of a sample of 40 individuals is less </a:t>
            </a:r>
          </a:p>
          <a:p>
            <a:pPr marL="114300" indent="0">
              <a:buNone/>
            </a:pPr>
            <a:r>
              <a:rPr lang="en-PH" sz="3600" dirty="0"/>
              <a:t>than 224 pounds per year is 0.9222, </a:t>
            </a:r>
          </a:p>
          <a:p>
            <a:pPr marL="114300" indent="0">
              <a:buNone/>
            </a:pPr>
            <a:r>
              <a:rPr lang="en-PH" sz="3600" dirty="0"/>
              <a:t>or 92.22%. </a:t>
            </a:r>
          </a:p>
          <a:p>
            <a:pPr marL="114300" indent="0">
              <a:buNone/>
            </a:pPr>
            <a:endParaRPr lang="en-PH" sz="3600" dirty="0"/>
          </a:p>
        </p:txBody>
      </p:sp>
    </p:spTree>
    <p:extLst>
      <p:ext uri="{BB962C8B-B14F-4D97-AF65-F5344CB8AC3E}">
        <p14:creationId xmlns:p14="http://schemas.microsoft.com/office/powerpoint/2010/main" val="1012550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5434</TotalTime>
  <Words>7699</Words>
  <Application>Microsoft Macintosh PowerPoint</Application>
  <PresentationFormat>Widescreen</PresentationFormat>
  <Paragraphs>598</Paragraphs>
  <Slides>183</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183</vt:i4>
      </vt:variant>
    </vt:vector>
  </HeadingPairs>
  <TitlesOfParts>
    <vt:vector size="189" baseType="lpstr">
      <vt:lpstr>Arial</vt:lpstr>
      <vt:lpstr>Calibri</vt:lpstr>
      <vt:lpstr>Calibri Light</vt:lpstr>
      <vt:lpstr>Cambria Math</vt:lpstr>
      <vt:lpstr>Times</vt:lpstr>
      <vt:lpstr>Office Theme</vt:lpstr>
      <vt:lpstr>The normal distribution</vt:lpstr>
      <vt:lpstr>Introduction: What is NORMAL?</vt:lpstr>
      <vt:lpstr>Introduction: What is NORMAL?</vt:lpstr>
      <vt:lpstr>Histograms for the Distribution of Heights of Adult Women</vt:lpstr>
      <vt:lpstr>Normal and Skewed Distributions</vt:lpstr>
      <vt:lpstr>Normal and Skewed Distributions</vt:lpstr>
      <vt:lpstr>Normal and Skewed Distributions</vt:lpstr>
      <vt:lpstr>Properties of a normal distribution</vt:lpstr>
      <vt:lpstr>Properties of a normal distribution</vt:lpstr>
      <vt:lpstr>Normal Distribution</vt:lpstr>
      <vt:lpstr>Normal Distribution</vt:lpstr>
      <vt:lpstr>Normal Distribution</vt:lpstr>
      <vt:lpstr>Properties of a normal distribution</vt:lpstr>
      <vt:lpstr>Properties of a normal distribution</vt:lpstr>
      <vt:lpstr>Properties of a normal distribution</vt:lpstr>
      <vt:lpstr>Properties of a normal distribution</vt:lpstr>
      <vt:lpstr>Properties of a normal distribution</vt:lpstr>
      <vt:lpstr>THE STANDARD normal distribution</vt:lpstr>
      <vt:lpstr>Standard normal distribution</vt:lpstr>
      <vt:lpstr>Standard normal distribution</vt:lpstr>
      <vt:lpstr>Standard Normal Distribution</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Finding Areas Under the Standard Normal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A Normal Distribution Curve as a Probability Distribution Curve</vt:lpstr>
      <vt:lpstr>Standard normal distribution</vt:lpstr>
      <vt:lpstr>Standard normal distribution</vt:lpstr>
      <vt:lpstr>Standard normal distribution</vt:lpstr>
      <vt:lpstr>Standard normal distribution</vt:lpstr>
      <vt:lpstr>Applications of the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Applications of the normal distribution</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lpstr>Central limit theorem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normal distribution</dc:title>
  <dc:creator>Jericko</dc:creator>
  <cp:lastModifiedBy>JERICKO DELOS SANTOS</cp:lastModifiedBy>
  <cp:revision>93</cp:revision>
  <dcterms:created xsi:type="dcterms:W3CDTF">2013-10-20T13:34:38Z</dcterms:created>
  <dcterms:modified xsi:type="dcterms:W3CDTF">2025-05-04T23:28:01Z</dcterms:modified>
</cp:coreProperties>
</file>